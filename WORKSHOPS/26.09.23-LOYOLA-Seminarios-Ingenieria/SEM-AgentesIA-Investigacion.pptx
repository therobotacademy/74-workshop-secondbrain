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00" r:id="rId5"/>
  </p:sldMasterIdLst>
  <p:notesMasterIdLst>
    <p:notesMasterId r:id="rId37"/>
  </p:notesMasterIdLst>
  <p:sldIdLst>
    <p:sldId id="728" r:id="rId6"/>
    <p:sldId id="307" r:id="rId7"/>
    <p:sldId id="954" r:id="rId8"/>
    <p:sldId id="978" r:id="rId9"/>
    <p:sldId id="979" r:id="rId10"/>
    <p:sldId id="984" r:id="rId11"/>
    <p:sldId id="974" r:id="rId12"/>
    <p:sldId id="983" r:id="rId13"/>
    <p:sldId id="982" r:id="rId14"/>
    <p:sldId id="977" r:id="rId15"/>
    <p:sldId id="958" r:id="rId16"/>
    <p:sldId id="975" r:id="rId17"/>
    <p:sldId id="976" r:id="rId18"/>
    <p:sldId id="957" r:id="rId19"/>
    <p:sldId id="960" r:id="rId20"/>
    <p:sldId id="965" r:id="rId21"/>
    <p:sldId id="966" r:id="rId22"/>
    <p:sldId id="967" r:id="rId23"/>
    <p:sldId id="961" r:id="rId24"/>
    <p:sldId id="962" r:id="rId25"/>
    <p:sldId id="972" r:id="rId26"/>
    <p:sldId id="973" r:id="rId27"/>
    <p:sldId id="970" r:id="rId28"/>
    <p:sldId id="968" r:id="rId29"/>
    <p:sldId id="971" r:id="rId30"/>
    <p:sldId id="764" r:id="rId31"/>
    <p:sldId id="985" r:id="rId32"/>
    <p:sldId id="969" r:id="rId33"/>
    <p:sldId id="963" r:id="rId34"/>
    <p:sldId id="959" r:id="rId35"/>
    <p:sldId id="964" r:id="rId3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1CF93C8B-59AB-48CB-8123-B946DBAE8F4A}">
          <p14:sldIdLst>
            <p14:sldId id="728"/>
            <p14:sldId id="307"/>
            <p14:sldId id="954"/>
            <p14:sldId id="978"/>
            <p14:sldId id="979"/>
            <p14:sldId id="984"/>
            <p14:sldId id="974"/>
            <p14:sldId id="983"/>
            <p14:sldId id="982"/>
            <p14:sldId id="977"/>
            <p14:sldId id="958"/>
            <p14:sldId id="975"/>
            <p14:sldId id="976"/>
            <p14:sldId id="957"/>
            <p14:sldId id="960"/>
            <p14:sldId id="965"/>
            <p14:sldId id="966"/>
            <p14:sldId id="967"/>
            <p14:sldId id="961"/>
            <p14:sldId id="962"/>
            <p14:sldId id="972"/>
            <p14:sldId id="973"/>
            <p14:sldId id="970"/>
            <p14:sldId id="968"/>
            <p14:sldId id="971"/>
            <p14:sldId id="764"/>
            <p14:sldId id="985"/>
            <p14:sldId id="969"/>
            <p14:sldId id="963"/>
            <p14:sldId id="959"/>
            <p14:sldId id="9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134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F2D11F-D9FE-F092-C9B0-7EC59F0FE378}" name="Pablo Millan Gata" initials="PMG" userId="S::pmillan@uloyola.es::217e626f-f52c-4351-91f8-9f2f1eb95279" providerId="AD"/>
  <p188:author id="{D75736A9-8605-8EA8-CF7D-5C61A132D71F}" name="Alejandro Tapia Córdoba" initials="AC" userId="S::atapia@uloyola.es::b5ce01e4-2812-4ea3-8bd7-7e4c5fe3af1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isco Javier López de Pablo López" initials="FJLdPL" lastIdx="2" clrIdx="0">
    <p:extLst>
      <p:ext uri="{19B8F6BF-5375-455C-9EA6-DF929625EA0E}">
        <p15:presenceInfo xmlns:p15="http://schemas.microsoft.com/office/powerpoint/2012/main" userId="S::fjlopezp@uloyola.es::b488d626-c03a-4e37-8269-ac6addf46ed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3087"/>
    <a:srgbClr val="FAAAAA"/>
    <a:srgbClr val="73C8DB"/>
    <a:srgbClr val="D16B61"/>
    <a:srgbClr val="6AD1E3"/>
    <a:srgbClr val="C30A30"/>
    <a:srgbClr val="00205B"/>
    <a:srgbClr val="8C5421"/>
    <a:srgbClr val="87C6D8"/>
    <a:srgbClr val="939C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>
        <p:guide orient="horz" pos="890"/>
        <p:guide pos="13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nardo Ronquillo Japón" userId="cc058f2f-37bf-4a7f-8f38-cab3959e8355" providerId="ADAL" clId="{12A44A31-1EEE-47D4-9FF4-5F417F254B4F}"/>
    <pc:docChg chg="custSel addSld delSld modSld sldOrd modSection">
      <pc:chgData name="Bernardo Ronquillo Japón" userId="cc058f2f-37bf-4a7f-8f38-cab3959e8355" providerId="ADAL" clId="{12A44A31-1EEE-47D4-9FF4-5F417F254B4F}" dt="2026-01-14T22:01:53.984" v="30" actId="700"/>
      <pc:docMkLst>
        <pc:docMk/>
      </pc:docMkLst>
      <pc:sldChg chg="modSp add mod">
        <pc:chgData name="Bernardo Ronquillo Japón" userId="cc058f2f-37bf-4a7f-8f38-cab3959e8355" providerId="ADAL" clId="{12A44A31-1EEE-47D4-9FF4-5F417F254B4F}" dt="2026-01-14T22:01:30.884" v="26" actId="20577"/>
        <pc:sldMkLst>
          <pc:docMk/>
          <pc:sldMk cId="1898666454" sldId="307"/>
        </pc:sldMkLst>
        <pc:spChg chg="mod">
          <ac:chgData name="Bernardo Ronquillo Japón" userId="cc058f2f-37bf-4a7f-8f38-cab3959e8355" providerId="ADAL" clId="{12A44A31-1EEE-47D4-9FF4-5F417F254B4F}" dt="2026-01-14T22:01:26.764" v="20" actId="20577"/>
          <ac:spMkLst>
            <pc:docMk/>
            <pc:sldMk cId="1898666454" sldId="307"/>
            <ac:spMk id="9" creationId="{18E5C83C-D49C-4F7F-B792-03B2A406C571}"/>
          </ac:spMkLst>
        </pc:spChg>
        <pc:spChg chg="mod">
          <ac:chgData name="Bernardo Ronquillo Japón" userId="cc058f2f-37bf-4a7f-8f38-cab3959e8355" providerId="ADAL" clId="{12A44A31-1EEE-47D4-9FF4-5F417F254B4F}" dt="2026-01-14T22:01:30.884" v="26" actId="20577"/>
          <ac:spMkLst>
            <pc:docMk/>
            <pc:sldMk cId="1898666454" sldId="307"/>
            <ac:spMk id="12" creationId="{2D6CC46F-378D-49CA-B889-D5F3AB671760}"/>
          </ac:spMkLst>
        </pc:spChg>
        <pc:spChg chg="mod">
          <ac:chgData name="Bernardo Ronquillo Japón" userId="cc058f2f-37bf-4a7f-8f38-cab3959e8355" providerId="ADAL" clId="{12A44A31-1EEE-47D4-9FF4-5F417F254B4F}" dt="2026-01-14T22:01:24.272" v="17" actId="20577"/>
          <ac:spMkLst>
            <pc:docMk/>
            <pc:sldMk cId="1898666454" sldId="307"/>
            <ac:spMk id="50" creationId="{00000000-0000-0000-0000-000000000000}"/>
          </ac:spMkLst>
        </pc:spChg>
        <pc:spChg chg="mod">
          <ac:chgData name="Bernardo Ronquillo Japón" userId="cc058f2f-37bf-4a7f-8f38-cab3959e8355" providerId="ADAL" clId="{12A44A31-1EEE-47D4-9FF4-5F417F254B4F}" dt="2026-01-14T22:01:29.034" v="23" actId="20577"/>
          <ac:spMkLst>
            <pc:docMk/>
            <pc:sldMk cId="1898666454" sldId="307"/>
            <ac:spMk id="53" creationId="{00000000-0000-0000-0000-000000000000}"/>
          </ac:spMkLst>
        </pc:spChg>
      </pc:sldChg>
      <pc:sldChg chg="del">
        <pc:chgData name="Bernardo Ronquillo Japón" userId="cc058f2f-37bf-4a7f-8f38-cab3959e8355" providerId="ADAL" clId="{12A44A31-1EEE-47D4-9FF4-5F417F254B4F}" dt="2026-01-14T22:01:19.683" v="14" actId="47"/>
        <pc:sldMkLst>
          <pc:docMk/>
          <pc:sldMk cId="969068448" sldId="709"/>
        </pc:sldMkLst>
      </pc:sldChg>
      <pc:sldChg chg="addSp delSp modSp del mod delAnim chgLayout">
        <pc:chgData name="Bernardo Ronquillo Japón" userId="cc058f2f-37bf-4a7f-8f38-cab3959e8355" providerId="ADAL" clId="{12A44A31-1EEE-47D4-9FF4-5F417F254B4F}" dt="2026-01-14T22:01:14.302" v="13" actId="47"/>
        <pc:sldMkLst>
          <pc:docMk/>
          <pc:sldMk cId="141071048" sldId="721"/>
        </pc:sldMkLst>
        <pc:spChg chg="del">
          <ac:chgData name="Bernardo Ronquillo Japón" userId="cc058f2f-37bf-4a7f-8f38-cab3959e8355" providerId="ADAL" clId="{12A44A31-1EEE-47D4-9FF4-5F417F254B4F}" dt="2026-01-14T21:58:51.145" v="1" actId="478"/>
          <ac:spMkLst>
            <pc:docMk/>
            <pc:sldMk cId="141071048" sldId="721"/>
            <ac:spMk id="2" creationId="{1B9D3946-C578-4B91-BB53-185AE108FE51}"/>
          </ac:spMkLst>
        </pc:spChg>
        <pc:spChg chg="del">
          <ac:chgData name="Bernardo Ronquillo Japón" userId="cc058f2f-37bf-4a7f-8f38-cab3959e8355" providerId="ADAL" clId="{12A44A31-1EEE-47D4-9FF4-5F417F254B4F}" dt="2026-01-14T21:58:47.828" v="0" actId="478"/>
          <ac:spMkLst>
            <pc:docMk/>
            <pc:sldMk cId="141071048" sldId="721"/>
            <ac:spMk id="3" creationId="{B0E8886E-C8E1-4321-9ABE-D180F46F3E0C}"/>
          </ac:spMkLst>
        </pc:spChg>
        <pc:spChg chg="add del mod">
          <ac:chgData name="Bernardo Ronquillo Japón" userId="cc058f2f-37bf-4a7f-8f38-cab3959e8355" providerId="ADAL" clId="{12A44A31-1EEE-47D4-9FF4-5F417F254B4F}" dt="2026-01-14T21:58:57.130" v="3" actId="478"/>
          <ac:spMkLst>
            <pc:docMk/>
            <pc:sldMk cId="141071048" sldId="721"/>
            <ac:spMk id="6" creationId="{5E022091-3020-4B98-B386-52348A9252E1}"/>
          </ac:spMkLst>
        </pc:spChg>
        <pc:spChg chg="add mod">
          <ac:chgData name="Bernardo Ronquillo Japón" userId="cc058f2f-37bf-4a7f-8f38-cab3959e8355" providerId="ADAL" clId="{12A44A31-1EEE-47D4-9FF4-5F417F254B4F}" dt="2026-01-14T21:59:03.494" v="4" actId="700"/>
          <ac:spMkLst>
            <pc:docMk/>
            <pc:sldMk cId="141071048" sldId="721"/>
            <ac:spMk id="7" creationId="{28F14BEE-A2FA-4537-BBB0-4E6360F59969}"/>
          </ac:spMkLst>
        </pc:spChg>
        <pc:spChg chg="add mod">
          <ac:chgData name="Bernardo Ronquillo Japón" userId="cc058f2f-37bf-4a7f-8f38-cab3959e8355" providerId="ADAL" clId="{12A44A31-1EEE-47D4-9FF4-5F417F254B4F}" dt="2026-01-14T21:59:03.494" v="4" actId="700"/>
          <ac:spMkLst>
            <pc:docMk/>
            <pc:sldMk cId="141071048" sldId="721"/>
            <ac:spMk id="8" creationId="{82A7C044-C6E1-436E-95FF-79A9DE668E92}"/>
          </ac:spMkLst>
        </pc:spChg>
        <pc:picChg chg="del">
          <ac:chgData name="Bernardo Ronquillo Japón" userId="cc058f2f-37bf-4a7f-8f38-cab3959e8355" providerId="ADAL" clId="{12A44A31-1EEE-47D4-9FF4-5F417F254B4F}" dt="2026-01-14T21:58:53.396" v="2" actId="478"/>
          <ac:picMkLst>
            <pc:docMk/>
            <pc:sldMk cId="141071048" sldId="721"/>
            <ac:picMk id="4" creationId="{FFAB6473-69AF-41FC-ACA0-917A276591B1}"/>
          </ac:picMkLst>
        </pc:picChg>
      </pc:sldChg>
      <pc:sldChg chg="del">
        <pc:chgData name="Bernardo Ronquillo Japón" userId="cc058f2f-37bf-4a7f-8f38-cab3959e8355" providerId="ADAL" clId="{12A44A31-1EEE-47D4-9FF4-5F417F254B4F}" dt="2026-01-14T22:01:19.683" v="14" actId="47"/>
        <pc:sldMkLst>
          <pc:docMk/>
          <pc:sldMk cId="86057026" sldId="725"/>
        </pc:sldMkLst>
      </pc:sldChg>
      <pc:sldChg chg="del">
        <pc:chgData name="Bernardo Ronquillo Japón" userId="cc058f2f-37bf-4a7f-8f38-cab3959e8355" providerId="ADAL" clId="{12A44A31-1EEE-47D4-9FF4-5F417F254B4F}" dt="2026-01-14T22:01:19.683" v="14" actId="47"/>
        <pc:sldMkLst>
          <pc:docMk/>
          <pc:sldMk cId="2339347605" sldId="743"/>
        </pc:sldMkLst>
      </pc:sldChg>
      <pc:sldChg chg="del">
        <pc:chgData name="Bernardo Ronquillo Japón" userId="cc058f2f-37bf-4a7f-8f38-cab3959e8355" providerId="ADAL" clId="{12A44A31-1EEE-47D4-9FF4-5F417F254B4F}" dt="2026-01-14T22:01:19.683" v="14" actId="47"/>
        <pc:sldMkLst>
          <pc:docMk/>
          <pc:sldMk cId="3249606886" sldId="763"/>
        </pc:sldMkLst>
      </pc:sldChg>
      <pc:sldChg chg="modSp add mod">
        <pc:chgData name="Bernardo Ronquillo Japón" userId="cc058f2f-37bf-4a7f-8f38-cab3959e8355" providerId="ADAL" clId="{12A44A31-1EEE-47D4-9FF4-5F417F254B4F}" dt="2026-01-14T22:00:27.275" v="7" actId="1076"/>
        <pc:sldMkLst>
          <pc:docMk/>
          <pc:sldMk cId="2505564787" sldId="764"/>
        </pc:sldMkLst>
        <pc:picChg chg="mod">
          <ac:chgData name="Bernardo Ronquillo Japón" userId="cc058f2f-37bf-4a7f-8f38-cab3959e8355" providerId="ADAL" clId="{12A44A31-1EEE-47D4-9FF4-5F417F254B4F}" dt="2026-01-14T22:00:27.275" v="7" actId="1076"/>
          <ac:picMkLst>
            <pc:docMk/>
            <pc:sldMk cId="2505564787" sldId="764"/>
            <ac:picMk id="66" creationId="{00000000-0000-0000-0000-000000000000}"/>
          </ac:picMkLst>
        </pc:picChg>
      </pc:sldChg>
      <pc:sldChg chg="modSp add mod ord">
        <pc:chgData name="Bernardo Ronquillo Japón" userId="cc058f2f-37bf-4a7f-8f38-cab3959e8355" providerId="ADAL" clId="{12A44A31-1EEE-47D4-9FF4-5F417F254B4F}" dt="2026-01-14T22:01:49.651" v="29"/>
        <pc:sldMkLst>
          <pc:docMk/>
          <pc:sldMk cId="2561204961" sldId="954"/>
        </pc:sldMkLst>
        <pc:spChg chg="mod">
          <ac:chgData name="Bernardo Ronquillo Japón" userId="cc058f2f-37bf-4a7f-8f38-cab3959e8355" providerId="ADAL" clId="{12A44A31-1EEE-47D4-9FF4-5F417F254B4F}" dt="2026-01-14T22:01:02.647" v="11" actId="20577"/>
          <ac:spMkLst>
            <pc:docMk/>
            <pc:sldMk cId="2561204961" sldId="954"/>
            <ac:spMk id="4" creationId="{637196AA-9393-4FA0-9CAD-C0E7B758E0E2}"/>
          </ac:spMkLst>
        </pc:spChg>
        <pc:picChg chg="mod">
          <ac:chgData name="Bernardo Ronquillo Japón" userId="cc058f2f-37bf-4a7f-8f38-cab3959e8355" providerId="ADAL" clId="{12A44A31-1EEE-47D4-9FF4-5F417F254B4F}" dt="2026-01-14T22:01:08.302" v="12" actId="1076"/>
          <ac:picMkLst>
            <pc:docMk/>
            <pc:sldMk cId="2561204961" sldId="954"/>
            <ac:picMk id="66" creationId="{00000000-0000-0000-0000-000000000000}"/>
          </ac:picMkLst>
        </pc:picChg>
      </pc:sldChg>
      <pc:sldChg chg="addSp delSp modSp new mod chgLayout">
        <pc:chgData name="Bernardo Ronquillo Japón" userId="cc058f2f-37bf-4a7f-8f38-cab3959e8355" providerId="ADAL" clId="{12A44A31-1EEE-47D4-9FF4-5F417F254B4F}" dt="2026-01-14T22:01:53.984" v="30" actId="700"/>
        <pc:sldMkLst>
          <pc:docMk/>
          <pc:sldMk cId="3223632738" sldId="955"/>
        </pc:sldMkLst>
        <pc:spChg chg="del">
          <ac:chgData name="Bernardo Ronquillo Japón" userId="cc058f2f-37bf-4a7f-8f38-cab3959e8355" providerId="ADAL" clId="{12A44A31-1EEE-47D4-9FF4-5F417F254B4F}" dt="2026-01-14T22:01:53.984" v="30" actId="700"/>
          <ac:spMkLst>
            <pc:docMk/>
            <pc:sldMk cId="3223632738" sldId="955"/>
            <ac:spMk id="2" creationId="{9E5DAC91-FBB2-4400-8472-27448EF056F0}"/>
          </ac:spMkLst>
        </pc:spChg>
        <pc:spChg chg="del">
          <ac:chgData name="Bernardo Ronquillo Japón" userId="cc058f2f-37bf-4a7f-8f38-cab3959e8355" providerId="ADAL" clId="{12A44A31-1EEE-47D4-9FF4-5F417F254B4F}" dt="2026-01-14T22:01:53.984" v="30" actId="700"/>
          <ac:spMkLst>
            <pc:docMk/>
            <pc:sldMk cId="3223632738" sldId="955"/>
            <ac:spMk id="3" creationId="{1F9B599D-E869-4093-82E1-BCBD519FA2B7}"/>
          </ac:spMkLst>
        </pc:spChg>
        <pc:spChg chg="mod ord">
          <ac:chgData name="Bernardo Ronquillo Japón" userId="cc058f2f-37bf-4a7f-8f38-cab3959e8355" providerId="ADAL" clId="{12A44A31-1EEE-47D4-9FF4-5F417F254B4F}" dt="2026-01-14T22:01:53.984" v="30" actId="700"/>
          <ac:spMkLst>
            <pc:docMk/>
            <pc:sldMk cId="3223632738" sldId="955"/>
            <ac:spMk id="4" creationId="{B8DCCB7D-4EC9-42B4-9E33-1EF8C8D8A3FD}"/>
          </ac:spMkLst>
        </pc:spChg>
        <pc:spChg chg="add mod ord">
          <ac:chgData name="Bernardo Ronquillo Japón" userId="cc058f2f-37bf-4a7f-8f38-cab3959e8355" providerId="ADAL" clId="{12A44A31-1EEE-47D4-9FF4-5F417F254B4F}" dt="2026-01-14T22:01:53.984" v="30" actId="700"/>
          <ac:spMkLst>
            <pc:docMk/>
            <pc:sldMk cId="3223632738" sldId="955"/>
            <ac:spMk id="5" creationId="{652805D4-5F88-4A08-8489-F4512C5E03CC}"/>
          </ac:spMkLst>
        </pc:spChg>
        <pc:spChg chg="add mod ord">
          <ac:chgData name="Bernardo Ronquillo Japón" userId="cc058f2f-37bf-4a7f-8f38-cab3959e8355" providerId="ADAL" clId="{12A44A31-1EEE-47D4-9FF4-5F417F254B4F}" dt="2026-01-14T22:01:53.984" v="30" actId="700"/>
          <ac:spMkLst>
            <pc:docMk/>
            <pc:sldMk cId="3223632738" sldId="955"/>
            <ac:spMk id="6" creationId="{B7919958-7E3A-4F19-A565-05457DB199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686B9F-2012-48B3-843A-BE29DFC381B0}" type="datetimeFigureOut">
              <a:rPr lang="es-ES_tradnl" smtClean="0"/>
              <a:t>23/09/2026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6A15E-C622-4237-BFB6-56D053C9492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03161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A15E-C622-4237-BFB6-56D053C94924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14999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dcd45e50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g1dcd45e50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1dcd45e50a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4367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0c7d41cc4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g210c7d41cc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4256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13C6106E-327D-B788-5C54-43C2E937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0c7d41cc4_0_18:notes">
            <a:extLst>
              <a:ext uri="{FF2B5EF4-FFF2-40B4-BE49-F238E27FC236}">
                <a16:creationId xmlns:a16="http://schemas.microsoft.com/office/drawing/2014/main" id="{06EE1444-0933-773E-34B9-A70C51130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g210c7d41cc4_0_18:notes">
            <a:extLst>
              <a:ext uri="{FF2B5EF4-FFF2-40B4-BE49-F238E27FC236}">
                <a16:creationId xmlns:a16="http://schemas.microsoft.com/office/drawing/2014/main" id="{1864160F-68CE-51C9-8482-1D4B7EF3C2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6454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F46DE7E8-0557-2D64-9678-619B6361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0c7d41cc4_0_18:notes">
            <a:extLst>
              <a:ext uri="{FF2B5EF4-FFF2-40B4-BE49-F238E27FC236}">
                <a16:creationId xmlns:a16="http://schemas.microsoft.com/office/drawing/2014/main" id="{364D7E48-5845-EB87-5BDF-2F426524EA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g210c7d41cc4_0_18:notes">
            <a:extLst>
              <a:ext uri="{FF2B5EF4-FFF2-40B4-BE49-F238E27FC236}">
                <a16:creationId xmlns:a16="http://schemas.microsoft.com/office/drawing/2014/main" id="{060737FE-9417-88BC-BA66-A48142CB3F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7675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DEDFEBB8-C224-92D9-ED2A-9E8D034A2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0c7d41cc4_0_18:notes">
            <a:extLst>
              <a:ext uri="{FF2B5EF4-FFF2-40B4-BE49-F238E27FC236}">
                <a16:creationId xmlns:a16="http://schemas.microsoft.com/office/drawing/2014/main" id="{BE095878-DD4E-3BCB-5F0D-E75C9C09E9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g210c7d41cc4_0_18:notes">
            <a:extLst>
              <a:ext uri="{FF2B5EF4-FFF2-40B4-BE49-F238E27FC236}">
                <a16:creationId xmlns:a16="http://schemas.microsoft.com/office/drawing/2014/main" id="{2501C8B0-0C7E-1560-4A33-7C6F352AF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3324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0c7d41cc4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g210c7d41cc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8881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D9B55F8C-5B53-2E62-9C49-6D061790D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0c7d41cc4_0_18:notes">
            <a:extLst>
              <a:ext uri="{FF2B5EF4-FFF2-40B4-BE49-F238E27FC236}">
                <a16:creationId xmlns:a16="http://schemas.microsoft.com/office/drawing/2014/main" id="{2901727F-7D35-4C06-994E-2E035F88C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g210c7d41cc4_0_18:notes">
            <a:extLst>
              <a:ext uri="{FF2B5EF4-FFF2-40B4-BE49-F238E27FC236}">
                <a16:creationId xmlns:a16="http://schemas.microsoft.com/office/drawing/2014/main" id="{E69B6080-AF2E-5A66-4902-6D0C731678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205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gradFill>
          <a:gsLst>
            <a:gs pos="47000">
              <a:srgbClr val="6AD1E3"/>
            </a:gs>
            <a:gs pos="63000">
              <a:srgbClr val="00205B"/>
            </a:gs>
            <a:gs pos="100000">
              <a:srgbClr val="00205B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EBAB8-F9E4-4DB8-9BC7-296E1CFDB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0000" y="2160000"/>
            <a:ext cx="4680000" cy="2520000"/>
          </a:xfrm>
        </p:spPr>
        <p:txBody>
          <a:bodyPr lIns="36000" tIns="36000" rIns="36000" bIns="36000"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TT Norms Medium" panose="02000803030000020003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60F9A7-FB5D-4CC4-96DB-81BDB6EA2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0000" y="4752000"/>
            <a:ext cx="4680000" cy="6480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TT Norms Medium" panose="02000803030000020003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9919A6-E058-4A7C-A0BB-3FC37A4FD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066F35-032D-44A9-96B0-421D768B0966}" type="datetime1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eelawadee UI" panose="020B0502040204020203" pitchFamily="34" charset="-34"/>
                <a:ea typeface="+mn-ea"/>
                <a:cs typeface="Leelawadee UI" panose="020B0502040204020203" pitchFamily="34" charset="-34"/>
              </a:rPr>
              <a:t>23/09/2026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eelawadee UI" panose="020B0502040204020203" pitchFamily="34" charset="-34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860A6C-004B-488C-9F35-66D16366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eelawadee UI" panose="020B0502040204020203" pitchFamily="34" charset="-34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9FCA3-E4ED-4B56-A3DC-80D9597D6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eelawadee UI" panose="020B0502040204020203" pitchFamily="34" charset="-34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eelawadee UI" panose="020B0502040204020203" pitchFamily="34" charset="-34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8F17F70-0ABC-4CFC-89D0-2C1C95C825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935" t="46777" b="1737"/>
          <a:stretch/>
        </p:blipFill>
        <p:spPr>
          <a:xfrm>
            <a:off x="0" y="0"/>
            <a:ext cx="65661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6623B8B-B425-4E6F-B457-FAB91C9253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3" y="429302"/>
            <a:ext cx="5706850" cy="190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991F8-C3C2-420D-B829-85A165C3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477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205B"/>
                </a:solidFill>
                <a:latin typeface="TT Norms Bold" panose="02000803040000020004" pitchFamily="50" charset="0"/>
                <a:cs typeface="Leelawadee UI" panose="020B0502040204020203" pitchFamily="34" charset="-34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81C6DE-9809-4C40-840B-98F6A157F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890"/>
            <a:ext cx="10515600" cy="4943074"/>
          </a:xfrm>
        </p:spPr>
        <p:txBody>
          <a:bodyPr>
            <a:normAutofit/>
          </a:bodyPr>
          <a:lstStyle>
            <a:lvl1pPr marL="176213" indent="-176213">
              <a:buClr>
                <a:srgbClr val="6AD1E3"/>
              </a:buCl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T Norms Regular" panose="02000503030000020003" pitchFamily="50" charset="0"/>
                <a:cs typeface="Segoe UI" panose="020B0502040204020203" pitchFamily="34" charset="0"/>
              </a:defRPr>
            </a:lvl1pPr>
            <a:lvl2pPr marL="452438" indent="-276225">
              <a:buFont typeface="Courier New" panose="02070309020205020404" pitchFamily="49" charset="0"/>
              <a:buChar char="o"/>
              <a:defRPr sz="1800">
                <a:latin typeface="TT Norms Regular" panose="02000503030000020003" pitchFamily="50" charset="0"/>
                <a:cs typeface="Segoe UI" panose="020B0502040204020203" pitchFamily="34" charset="0"/>
              </a:defRPr>
            </a:lvl2pPr>
            <a:lvl3pPr marL="628650" indent="-176213">
              <a:defRPr sz="1600">
                <a:solidFill>
                  <a:srgbClr val="00205B"/>
                </a:solidFill>
                <a:latin typeface="TT Norms Regular" panose="02000503030000020003" pitchFamily="50" charset="0"/>
                <a:cs typeface="Segoe UI" panose="020B0502040204020203" pitchFamily="34" charset="0"/>
              </a:defRPr>
            </a:lvl3pPr>
            <a:lvl4pPr marL="892175" indent="-228600">
              <a:defRPr sz="1400">
                <a:latin typeface="TT Norms Regular" panose="02000503030000020003" pitchFamily="50" charset="0"/>
                <a:cs typeface="Segoe UI" panose="020B0502040204020203" pitchFamily="34" charset="0"/>
              </a:defRPr>
            </a:lvl4pPr>
            <a:lvl5pPr>
              <a:defRPr sz="1400">
                <a:latin typeface="TT Norms Regular" panose="02000503030000020003" pitchFamily="50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DEB96C-412E-4E07-9FB7-3C7D970E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T Norms Regular" panose="02000503030000020003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2C64B7-A904-497A-934C-6794D66DFE3C}" type="datetime1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T Norms Regular" panose="02000503030000020003" pitchFamily="50" charset="0"/>
                <a:ea typeface="+mn-ea"/>
                <a:cs typeface="Leelawadee UI" panose="020B0502040204020203" pitchFamily="34" charset="-34"/>
              </a:rPr>
              <a:t>23/09/2026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T Norms Regular" panose="02000503030000020003" pitchFamily="50" charset="0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D62C85-0455-44FD-A5DB-4C71EDBE3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T Norms Regular" panose="02000503030000020003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T Norms Regular" panose="02000503030000020003" pitchFamily="50" charset="0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901FD3-2C2A-49B5-A718-EF1F68DD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236" y="6356350"/>
            <a:ext cx="2743200" cy="365125"/>
          </a:xfrm>
        </p:spPr>
        <p:txBody>
          <a:bodyPr/>
          <a:lstStyle>
            <a:lvl1pPr>
              <a:defRPr sz="1400" b="0">
                <a:solidFill>
                  <a:srgbClr val="6AD1E3"/>
                </a:solidFill>
                <a:latin typeface="TT Norms Bold" panose="02000803040000020004" pitchFamily="50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9" name="Imagen 8" descr="Imagen que contiene luz, señal&#10;&#10;Descripción generada automáticamente">
            <a:extLst>
              <a:ext uri="{FF2B5EF4-FFF2-40B4-BE49-F238E27FC236}">
                <a16:creationId xmlns:a16="http://schemas.microsoft.com/office/drawing/2014/main" id="{E15A5FAF-AE59-43EA-83C8-E84D4108E3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" y="6300000"/>
            <a:ext cx="1549836" cy="504000"/>
          </a:xfrm>
          <a:prstGeom prst="rect">
            <a:avLst/>
          </a:prstGeom>
        </p:spPr>
      </p:pic>
      <p:pic>
        <p:nvPicPr>
          <p:cNvPr id="8" name="pasted-image.pdf">
            <a:extLst>
              <a:ext uri="{FF2B5EF4-FFF2-40B4-BE49-F238E27FC236}">
                <a16:creationId xmlns:a16="http://schemas.microsoft.com/office/drawing/2014/main" id="{340D550B-F231-4D86-91A4-AF41291EF286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53130" y="0"/>
            <a:ext cx="1438870" cy="1873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24967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0D85958-799F-4E12-8636-BCC4EC5D29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7" t="24209" r="12012" b="24105"/>
          <a:stretch/>
        </p:blipFill>
        <p:spPr>
          <a:xfrm>
            <a:off x="72000" y="6266656"/>
            <a:ext cx="1628745" cy="540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DC991F8-C3C2-420D-B829-85A165C3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027"/>
            <a:ext cx="10515600" cy="681477"/>
          </a:xfrm>
        </p:spPr>
        <p:txBody>
          <a:bodyPr>
            <a:noAutofit/>
          </a:bodyPr>
          <a:lstStyle>
            <a:lvl1pPr algn="l">
              <a:defRPr sz="3600" b="0">
                <a:solidFill>
                  <a:schemeClr val="bg1"/>
                </a:solidFill>
                <a:latin typeface="TT Norms Bold" panose="02000803040000020004" pitchFamily="50" charset="0"/>
                <a:cs typeface="Leelawadee UI" panose="020B0502040204020203" pitchFamily="34" charset="-34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81C6DE-9809-4C40-840B-98F6A157F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890"/>
            <a:ext cx="10515600" cy="4943074"/>
          </a:xfrm>
        </p:spPr>
        <p:txBody>
          <a:bodyPr>
            <a:normAutofit/>
          </a:bodyPr>
          <a:lstStyle>
            <a:lvl1pPr marL="176213" indent="-176213">
              <a:buClr>
                <a:srgbClr val="6AD1E3"/>
              </a:buClr>
              <a:defRPr sz="2000">
                <a:solidFill>
                  <a:schemeClr val="bg1"/>
                </a:solidFill>
                <a:latin typeface="TT Norms Regular" panose="02000503030000020003" pitchFamily="50" charset="0"/>
                <a:cs typeface="Segoe UI" panose="020B0502040204020203" pitchFamily="34" charset="0"/>
              </a:defRPr>
            </a:lvl1pPr>
            <a:lvl2pPr marL="452438" indent="-276225">
              <a:buFont typeface="Courier New" panose="02070309020205020404" pitchFamily="49" charset="0"/>
              <a:buChar char="o"/>
              <a:defRPr sz="1800">
                <a:solidFill>
                  <a:schemeClr val="bg1"/>
                </a:solidFill>
                <a:latin typeface="TT Norms Regular" panose="02000503030000020003" pitchFamily="50" charset="0"/>
                <a:cs typeface="Segoe UI" panose="020B0502040204020203" pitchFamily="34" charset="0"/>
              </a:defRPr>
            </a:lvl2pPr>
            <a:lvl3pPr marL="628650" indent="-176213">
              <a:defRPr sz="1600">
                <a:solidFill>
                  <a:schemeClr val="bg1"/>
                </a:solidFill>
                <a:latin typeface="TT Norms Regular" panose="02000503030000020003" pitchFamily="50" charset="0"/>
                <a:cs typeface="Segoe UI" panose="020B0502040204020203" pitchFamily="34" charset="0"/>
              </a:defRPr>
            </a:lvl3pPr>
            <a:lvl4pPr marL="892175" indent="-228600">
              <a:defRPr sz="1400">
                <a:solidFill>
                  <a:schemeClr val="bg1"/>
                </a:solidFill>
                <a:latin typeface="TT Norms Regular" panose="02000503030000020003" pitchFamily="50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TT Norms Regular" panose="02000503030000020003" pitchFamily="50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DEB96C-412E-4E07-9FB7-3C7D970E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T Norms Regular" panose="02000503030000020003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6AC193-ACE1-4844-9B31-328A8F3B7A81}" type="datetime1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T Norms Regular" panose="02000503030000020003" pitchFamily="50" charset="0"/>
                <a:ea typeface="+mn-ea"/>
                <a:cs typeface="Leelawadee UI" panose="020B0502040204020203" pitchFamily="34" charset="-34"/>
              </a:rPr>
              <a:t>23/09/2026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T Norms Regular" panose="02000503030000020003" pitchFamily="50" charset="0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D62C85-0455-44FD-A5DB-4C71EDBE3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T Norms Regular" panose="02000503030000020003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T Norms Regular" panose="02000503030000020003" pitchFamily="50" charset="0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901FD3-2C2A-49B5-A718-EF1F68DD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236" y="6356350"/>
            <a:ext cx="2743200" cy="365125"/>
          </a:xfrm>
        </p:spPr>
        <p:txBody>
          <a:bodyPr/>
          <a:lstStyle>
            <a:lvl1pPr>
              <a:defRPr sz="1400" b="0">
                <a:solidFill>
                  <a:schemeClr val="bg1"/>
                </a:solidFill>
                <a:latin typeface="TT Norms Bold" panose="02000803040000020004" pitchFamily="50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8" name="pasted-image.pdf">
            <a:extLst>
              <a:ext uri="{FF2B5EF4-FFF2-40B4-BE49-F238E27FC236}">
                <a16:creationId xmlns:a16="http://schemas.microsoft.com/office/drawing/2014/main" id="{A09D9FAD-CED5-4D85-B0EA-A0B13A0750D3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53130" y="0"/>
            <a:ext cx="1438870" cy="1873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40851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>
  <p:cSld name="2_Título y objetos">
    <p:bg>
      <p:bgPr>
        <a:gradFill>
          <a:gsLst>
            <a:gs pos="0">
              <a:srgbClr val="6AD1E3"/>
            </a:gs>
            <a:gs pos="3000">
              <a:srgbClr val="6AD1E3"/>
            </a:gs>
            <a:gs pos="18000">
              <a:srgbClr val="00205B"/>
            </a:gs>
            <a:gs pos="83000">
              <a:srgbClr val="00205B"/>
            </a:gs>
            <a:gs pos="100000">
              <a:srgbClr val="6AD1E3"/>
            </a:gs>
          </a:gsLst>
          <a:lin ang="3000000" scaled="0"/>
        </a:gra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l="11707" t="23028" r="61430" b="24105"/>
          <a:stretch/>
        </p:blipFill>
        <p:spPr>
          <a:xfrm>
            <a:off x="23828" y="5187500"/>
            <a:ext cx="1719629" cy="165589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38200" y="373028"/>
            <a:ext cx="10515600" cy="681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236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838200" y="1233890"/>
            <a:ext cx="10515600" cy="4943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11034" lvl="0" indent="-319693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6AD1E3"/>
              </a:buClr>
              <a:buSzPts val="2000"/>
              <a:buChar char="•"/>
              <a:defRPr sz="179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2068" lvl="1" indent="-308276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  <a:defRPr sz="161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3103" lvl="2" indent="-296858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43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44137" lvl="3" indent="-28544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25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5171" lvl="4" indent="-28544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25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66205" lvl="5" indent="-308276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877240" lvl="6" indent="-308276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288274" lvl="7" indent="-308276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699308" lvl="8" indent="-308276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9262236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25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25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25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25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25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25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25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25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25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4345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A5B8D0DA-F75E-4A31-A5F8-6DAD063B77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770" y="351313"/>
            <a:ext cx="2507261" cy="62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603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15" b="-11545"/>
          <a:stretch/>
        </p:blipFill>
        <p:spPr>
          <a:xfrm>
            <a:off x="8009496" y="574133"/>
            <a:ext cx="3588144" cy="38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91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C4C103C-13F3-4364-AC91-753B4529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BE97E3-0436-4AA2-9CF8-65A62CD17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690965-4127-42AE-8B6A-61328F2D9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eelawadee UI" panose="020B0502040204020203" pitchFamily="34" charset="-34"/>
                <a:cs typeface="Leelawadee UI" panose="020B0502040204020203" pitchFamily="34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C6BE5-0AFB-42DD-936E-C239F306262D}" type="datetime1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eelawadee UI" panose="020B0502040204020203" pitchFamily="34" charset="-34"/>
                <a:ea typeface="+mn-ea"/>
                <a:cs typeface="Leelawadee UI" panose="020B0502040204020203" pitchFamily="34" charset="-34"/>
              </a:rPr>
              <a:t>23/09/2026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eelawadee UI" panose="020B0502040204020203" pitchFamily="34" charset="-34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8912DD-DF15-4874-85FD-CDD326C46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eelawadee UI" panose="020B0502040204020203" pitchFamily="34" charset="-34"/>
                <a:cs typeface="Leelawadee UI" panose="020B0502040204020203" pitchFamily="34" charset="-3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eelawadee UI" panose="020B0502040204020203" pitchFamily="34" charset="-34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872B80-C545-4580-BE14-A7BC335F8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eelawadee UI" panose="020B0502040204020203" pitchFamily="34" charset="-34"/>
                <a:cs typeface="Leelawadee UI" panose="020B0502040204020203" pitchFamily="34" charset="-34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eelawadee UI" panose="020B0502040204020203" pitchFamily="34" charset="-34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eelawadee UI" panose="020B0502040204020203" pitchFamily="34" charset="-34"/>
              <a:ea typeface="+mn-ea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94806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70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Leelawadee UI" panose="020B0502040204020203" pitchFamily="34" charset="-34"/>
          <a:ea typeface="+mj-ea"/>
          <a:cs typeface="Leelawadee UI" panose="020B0502040204020203" pitchFamily="34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DD7E5"/>
        </a:buClr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Leelawadee UI" panose="020B0502040204020203" pitchFamily="34" charset="-34"/>
          <a:ea typeface="+mn-ea"/>
          <a:cs typeface="Leelawadee UI" panose="020B0502040204020203" pitchFamily="34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eelawadee UI" panose="020B0502040204020203" pitchFamily="34" charset="-34"/>
          <a:ea typeface="+mn-ea"/>
          <a:cs typeface="Leelawadee UI" panose="020B0502040204020203" pitchFamily="34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eelawadee UI" panose="020B0502040204020203" pitchFamily="34" charset="-34"/>
          <a:ea typeface="+mn-ea"/>
          <a:cs typeface="Leelawadee UI" panose="020B0502040204020203" pitchFamily="34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eelawadee UI" panose="020B0502040204020203" pitchFamily="34" charset="-34"/>
          <a:ea typeface="+mn-ea"/>
          <a:cs typeface="Leelawadee UI" panose="020B0502040204020203" pitchFamily="34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eelawadee UI" panose="020B0502040204020203" pitchFamily="34" charset="-34"/>
          <a:ea typeface="+mn-ea"/>
          <a:cs typeface="Leelawadee UI" panose="020B0502040204020203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8446-8BC2-49BC-B2A5-580F4A67BEA5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23/09/2026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CD156-0281-438B-8631-A22CAFF08866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27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fortelabs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gist.github.com/karpathy/442a6bf555914893e9891c11519de94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therobotacademy/obsidian-llm-wiki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robotacademy/Codegraph-to-Obsidian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F97835D-2B7E-46F1-8EEF-713389389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5392" y="2160000"/>
            <a:ext cx="5311494" cy="2520000"/>
          </a:xfrm>
        </p:spPr>
        <p:txBody>
          <a:bodyPr>
            <a:noAutofit/>
          </a:bodyPr>
          <a:lstStyle/>
          <a:p>
            <a:r>
              <a:rPr lang="es-ES" sz="3600" dirty="0"/>
              <a:t>Gestión del Conocimiento con Agentes IA</a:t>
            </a:r>
            <a:br>
              <a:rPr lang="es-ES" sz="3600" dirty="0"/>
            </a:br>
            <a:r>
              <a:rPr lang="es-ES" sz="2800" dirty="0"/>
              <a:t>Aplicación en Investigación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C72CF379-793A-4BB0-9388-49D9074B5E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Seminarios Escuela de Ingeniería 2026-2027</a:t>
            </a:r>
          </a:p>
        </p:txBody>
      </p:sp>
    </p:spTree>
    <p:extLst>
      <p:ext uri="{BB962C8B-B14F-4D97-AF65-F5344CB8AC3E}">
        <p14:creationId xmlns:p14="http://schemas.microsoft.com/office/powerpoint/2010/main" val="1072528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dcd45e50ac_0_0"/>
          <p:cNvSpPr/>
          <p:nvPr/>
        </p:nvSpPr>
        <p:spPr>
          <a:xfrm>
            <a:off x="1435061" y="1098530"/>
            <a:ext cx="3883954" cy="641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69" tIns="41084" rIns="82169" bIns="41084" anchor="ctr" anchorCtr="0">
            <a:noAutofit/>
          </a:bodyPr>
          <a:lstStyle/>
          <a:p>
            <a:pPr>
              <a:lnSpc>
                <a:spcPct val="90000"/>
              </a:lnSpc>
              <a:buClr>
                <a:srgbClr val="00205B"/>
              </a:buClr>
              <a:buSzPts val="4800"/>
            </a:pPr>
            <a:r>
              <a:rPr lang="es-ES" sz="3236">
                <a:solidFill>
                  <a:srgbClr val="00205B"/>
                </a:solidFill>
              </a:rPr>
              <a:t>ÍNDICE</a:t>
            </a:r>
            <a:endParaRPr sz="3236">
              <a:solidFill>
                <a:srgbClr val="00205B"/>
              </a:solidFill>
            </a:endParaRPr>
          </a:p>
        </p:txBody>
      </p:sp>
      <p:sp>
        <p:nvSpPr>
          <p:cNvPr id="50" name="Google Shape;50;g1dcd45e50ac_0_0"/>
          <p:cNvSpPr/>
          <p:nvPr/>
        </p:nvSpPr>
        <p:spPr>
          <a:xfrm>
            <a:off x="1826149" y="2977356"/>
            <a:ext cx="3663879" cy="1120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588" tIns="54772" rIns="109588" bIns="54772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s-ES" sz="2158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Brain</a:t>
            </a:r>
            <a:r>
              <a:rPr lang="es-ES" sz="2158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Fundamentos</a:t>
            </a:r>
          </a:p>
        </p:txBody>
      </p:sp>
      <p:cxnSp>
        <p:nvCxnSpPr>
          <p:cNvPr id="51" name="Google Shape;51;g1dcd45e50ac_0_0"/>
          <p:cNvCxnSpPr/>
          <p:nvPr/>
        </p:nvCxnSpPr>
        <p:spPr>
          <a:xfrm rot="10800000">
            <a:off x="1764044" y="2880440"/>
            <a:ext cx="2589393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52;g1dcd45e50ac_0_0"/>
          <p:cNvCxnSpPr/>
          <p:nvPr/>
        </p:nvCxnSpPr>
        <p:spPr>
          <a:xfrm rot="10800000">
            <a:off x="6316288" y="2880419"/>
            <a:ext cx="2589393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g1dcd45e50ac_0_0"/>
          <p:cNvSpPr/>
          <p:nvPr/>
        </p:nvSpPr>
        <p:spPr>
          <a:xfrm>
            <a:off x="6378308" y="3019519"/>
            <a:ext cx="4274452" cy="81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588" tIns="54772" rIns="109588" bIns="54772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s-ES" sz="2158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Aplicación a Investigación Doctoral</a:t>
            </a:r>
          </a:p>
          <a:p>
            <a:pPr lvl="0">
              <a:buClr>
                <a:schemeClr val="dk1"/>
              </a:buClr>
              <a:buSzPts val="1100"/>
            </a:pPr>
            <a:endParaRPr lang="es-ES" sz="215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1dcd45e50ac_0_0"/>
          <p:cNvSpPr/>
          <p:nvPr/>
        </p:nvSpPr>
        <p:spPr>
          <a:xfrm>
            <a:off x="1764026" y="2164849"/>
            <a:ext cx="345216" cy="700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588" tIns="54772" rIns="109588" bIns="54772" anchor="t" anchorCtr="0">
            <a:noAutofit/>
          </a:bodyPr>
          <a:lstStyle/>
          <a:p>
            <a:pPr>
              <a:lnSpc>
                <a:spcPct val="80000"/>
              </a:lnSpc>
              <a:buSzPts val="5300"/>
            </a:pPr>
            <a:r>
              <a:rPr lang="es-ES" sz="4765">
                <a:solidFill>
                  <a:srgbClr val="00AEC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765">
              <a:solidFill>
                <a:srgbClr val="00AEC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1dcd45e50ac_0_0"/>
          <p:cNvSpPr/>
          <p:nvPr/>
        </p:nvSpPr>
        <p:spPr>
          <a:xfrm>
            <a:off x="6316270" y="2164828"/>
            <a:ext cx="345216" cy="715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588" tIns="54772" rIns="109588" bIns="54772" anchor="t" anchorCtr="0">
            <a:noAutofit/>
          </a:bodyPr>
          <a:lstStyle/>
          <a:p>
            <a:pPr>
              <a:lnSpc>
                <a:spcPct val="80000"/>
              </a:lnSpc>
              <a:buSzPts val="5300"/>
            </a:pPr>
            <a:r>
              <a:rPr lang="es-ES" sz="4765" dirty="0">
                <a:solidFill>
                  <a:srgbClr val="00AEC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765" dirty="0">
              <a:solidFill>
                <a:srgbClr val="00AEC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50;g1dcd45e50ac_0_0">
            <a:extLst>
              <a:ext uri="{FF2B5EF4-FFF2-40B4-BE49-F238E27FC236}">
                <a16:creationId xmlns:a16="http://schemas.microsoft.com/office/drawing/2014/main" id="{18E5C83C-D49C-4F7F-B792-03B2A406C571}"/>
              </a:ext>
            </a:extLst>
          </p:cNvPr>
          <p:cNvSpPr/>
          <p:nvPr/>
        </p:nvSpPr>
        <p:spPr>
          <a:xfrm>
            <a:off x="1826149" y="4910565"/>
            <a:ext cx="3663879" cy="1120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588" tIns="54772" rIns="109588" bIns="54772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s-ES" sz="2158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Recursos Prácticos</a:t>
            </a:r>
          </a:p>
        </p:txBody>
      </p:sp>
      <p:cxnSp>
        <p:nvCxnSpPr>
          <p:cNvPr id="10" name="Google Shape;51;g1dcd45e50ac_0_0">
            <a:extLst>
              <a:ext uri="{FF2B5EF4-FFF2-40B4-BE49-F238E27FC236}">
                <a16:creationId xmlns:a16="http://schemas.microsoft.com/office/drawing/2014/main" id="{AFE4797A-A19A-49A9-A918-4AD27CD7B5BB}"/>
              </a:ext>
            </a:extLst>
          </p:cNvPr>
          <p:cNvCxnSpPr/>
          <p:nvPr/>
        </p:nvCxnSpPr>
        <p:spPr>
          <a:xfrm rot="10800000">
            <a:off x="1764044" y="4813650"/>
            <a:ext cx="2589393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52;g1dcd45e50ac_0_0">
            <a:extLst>
              <a:ext uri="{FF2B5EF4-FFF2-40B4-BE49-F238E27FC236}">
                <a16:creationId xmlns:a16="http://schemas.microsoft.com/office/drawing/2014/main" id="{E397B0EF-7958-4991-A2DD-E396182A4F6E}"/>
              </a:ext>
            </a:extLst>
          </p:cNvPr>
          <p:cNvCxnSpPr/>
          <p:nvPr/>
        </p:nvCxnSpPr>
        <p:spPr>
          <a:xfrm rot="10800000">
            <a:off x="6316288" y="4813628"/>
            <a:ext cx="2589393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53;g1dcd45e50ac_0_0">
            <a:extLst>
              <a:ext uri="{FF2B5EF4-FFF2-40B4-BE49-F238E27FC236}">
                <a16:creationId xmlns:a16="http://schemas.microsoft.com/office/drawing/2014/main" id="{2D6CC46F-378D-49CA-B889-D5F3AB671760}"/>
              </a:ext>
            </a:extLst>
          </p:cNvPr>
          <p:cNvSpPr/>
          <p:nvPr/>
        </p:nvSpPr>
        <p:spPr>
          <a:xfrm>
            <a:off x="6378308" y="4952728"/>
            <a:ext cx="3790928" cy="81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588" tIns="54772" rIns="109588" bIns="54772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s-ES" sz="2158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 de Uso: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s-ES" sz="2158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Auditoría de Investigación Asistida por IA </a:t>
            </a:r>
          </a:p>
          <a:p>
            <a:pPr lvl="0">
              <a:buClr>
                <a:schemeClr val="dk1"/>
              </a:buClr>
              <a:buSzPts val="1100"/>
            </a:pPr>
            <a:endParaRPr lang="es-ES" sz="215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4;g1dcd45e50ac_0_0">
            <a:extLst>
              <a:ext uri="{FF2B5EF4-FFF2-40B4-BE49-F238E27FC236}">
                <a16:creationId xmlns:a16="http://schemas.microsoft.com/office/drawing/2014/main" id="{43C6A423-7A18-4A75-A9D9-BF3F5D382789}"/>
              </a:ext>
            </a:extLst>
          </p:cNvPr>
          <p:cNvSpPr/>
          <p:nvPr/>
        </p:nvSpPr>
        <p:spPr>
          <a:xfrm>
            <a:off x="1764026" y="4098059"/>
            <a:ext cx="345216" cy="700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588" tIns="54772" rIns="109588" bIns="54772" anchor="t" anchorCtr="0">
            <a:noAutofit/>
          </a:bodyPr>
          <a:lstStyle/>
          <a:p>
            <a:pPr>
              <a:lnSpc>
                <a:spcPct val="80000"/>
              </a:lnSpc>
              <a:buSzPts val="5300"/>
            </a:pPr>
            <a:r>
              <a:rPr lang="es-ES" sz="4765" dirty="0">
                <a:solidFill>
                  <a:srgbClr val="00AEC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4765" dirty="0">
              <a:solidFill>
                <a:srgbClr val="00AEC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5;g1dcd45e50ac_0_0">
            <a:extLst>
              <a:ext uri="{FF2B5EF4-FFF2-40B4-BE49-F238E27FC236}">
                <a16:creationId xmlns:a16="http://schemas.microsoft.com/office/drawing/2014/main" id="{60186658-A890-4BB5-A6C5-CE901CC7D6D1}"/>
              </a:ext>
            </a:extLst>
          </p:cNvPr>
          <p:cNvSpPr/>
          <p:nvPr/>
        </p:nvSpPr>
        <p:spPr>
          <a:xfrm>
            <a:off x="6316270" y="4098037"/>
            <a:ext cx="345216" cy="715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588" tIns="54772" rIns="109588" bIns="54772" anchor="t" anchorCtr="0">
            <a:noAutofit/>
          </a:bodyPr>
          <a:lstStyle/>
          <a:p>
            <a:pPr>
              <a:lnSpc>
                <a:spcPct val="80000"/>
              </a:lnSpc>
              <a:buSzPts val="5300"/>
            </a:pPr>
            <a:r>
              <a:rPr lang="es-ES" sz="4765" dirty="0">
                <a:solidFill>
                  <a:srgbClr val="00AEC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4765" dirty="0">
              <a:solidFill>
                <a:srgbClr val="00AEC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866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210c7d41cc4_0_18"/>
          <p:cNvPicPr preferRelativeResize="0"/>
          <p:nvPr/>
        </p:nvPicPr>
        <p:blipFill rotWithShape="1">
          <a:blip r:embed="rId3">
            <a:alphaModFix amt="35000"/>
          </a:blip>
          <a:srcRect l="12113" t="39818" r="70109" b="23934"/>
          <a:stretch/>
        </p:blipFill>
        <p:spPr>
          <a:xfrm>
            <a:off x="7737747" y="0"/>
            <a:ext cx="4454253" cy="444382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37196AA-9393-4FA0-9CAD-C0E7B758E0E2}"/>
              </a:ext>
            </a:extLst>
          </p:cNvPr>
          <p:cNvSpPr txBox="1">
            <a:spLocks/>
          </p:cNvSpPr>
          <p:nvPr/>
        </p:nvSpPr>
        <p:spPr>
          <a:xfrm>
            <a:off x="1522170" y="3256283"/>
            <a:ext cx="5950935" cy="2161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91" tIns="41084" rIns="82191" bIns="4108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spcBef>
                <a:spcPts val="750"/>
              </a:spcBef>
              <a:buClr>
                <a:srgbClr val="6AD1E3"/>
              </a:buClr>
              <a:buSzPts val="4800"/>
              <a:buNone/>
              <a:defRPr sz="3600">
                <a:solidFill>
                  <a:schemeClr val="lt1"/>
                </a:solidFill>
              </a:defRPr>
            </a:lvl1pPr>
            <a:lvl2pPr marL="685800" indent="-25717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800"/>
              <a:buFont typeface="Courier New"/>
              <a:buChar char="o"/>
              <a:defRPr sz="1350">
                <a:solidFill>
                  <a:schemeClr val="lt1"/>
                </a:solidFill>
              </a:defRPr>
            </a:lvl2pPr>
            <a:lvl3pPr marL="1028700" indent="-247650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600"/>
              <a:buChar char="•"/>
              <a:defRPr sz="1200">
                <a:solidFill>
                  <a:schemeClr val="lt1"/>
                </a:solidFill>
              </a:defRPr>
            </a:lvl3pPr>
            <a:lvl4pPr marL="1371600" indent="-23812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400"/>
              <a:buChar char="•"/>
              <a:defRPr sz="1050">
                <a:solidFill>
                  <a:schemeClr val="lt1"/>
                </a:solidFill>
              </a:defRPr>
            </a:lvl4pPr>
            <a:lvl5pPr marL="1714500" indent="-23812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400"/>
              <a:buChar char="•"/>
              <a:defRPr sz="1050">
                <a:solidFill>
                  <a:schemeClr val="lt1"/>
                </a:solidFill>
              </a:defRPr>
            </a:lvl5pPr>
            <a:lvl6pPr marL="20574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marL="24003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marL="27432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marL="30861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s-ES" sz="4315" b="1" i="1" dirty="0"/>
              <a:t>Second Brain</a:t>
            </a:r>
          </a:p>
          <a:p>
            <a:pPr algn="l"/>
            <a:r>
              <a:rPr lang="es-ES" sz="4315" b="1" dirty="0"/>
              <a:t>Fundamentos</a:t>
            </a:r>
            <a:endParaRPr lang="es-ES" sz="4315" dirty="0"/>
          </a:p>
          <a:p>
            <a:pPr algn="l"/>
            <a:endParaRPr lang="es-ES" sz="4315" dirty="0"/>
          </a:p>
        </p:txBody>
      </p:sp>
    </p:spTree>
    <p:extLst>
      <p:ext uri="{BB962C8B-B14F-4D97-AF65-F5344CB8AC3E}">
        <p14:creationId xmlns:p14="http://schemas.microsoft.com/office/powerpoint/2010/main" val="2561204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FF5A8F-7848-EA42-321A-1597530BA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Second Brain: Tiago Forte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B3DA6E-5D13-AE4F-0173-EF301794E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5340" y="2419927"/>
            <a:ext cx="5748460" cy="3757036"/>
          </a:xfrm>
        </p:spPr>
        <p:txBody>
          <a:bodyPr>
            <a:normAutofit/>
          </a:bodyPr>
          <a:lstStyle/>
          <a:p>
            <a:r>
              <a:rPr lang="es-ES" dirty="0"/>
              <a:t>Tiago Forte popularizó la metodología en el </a:t>
            </a:r>
            <a:r>
              <a:rPr lang="es-ES" dirty="0" err="1"/>
              <a:t>bestseller</a:t>
            </a:r>
            <a:r>
              <a:rPr lang="es-ES" dirty="0"/>
              <a:t> de 2022</a:t>
            </a:r>
          </a:p>
          <a:p>
            <a:r>
              <a:rPr lang="es-ES" dirty="0"/>
              <a:t>Fundó la consultora </a:t>
            </a:r>
            <a:r>
              <a:rPr lang="es-ES" dirty="0">
                <a:solidFill>
                  <a:srgbClr val="0A3087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Forte Labs</a:t>
            </a:r>
            <a:endParaRPr lang="es-ES" dirty="0">
              <a:solidFill>
                <a:srgbClr val="0A3087"/>
              </a:solidFill>
            </a:endParaRPr>
          </a:p>
          <a:p>
            <a:r>
              <a:rPr lang="es-ES" dirty="0"/>
              <a:t>Expandió su metodología con el lanzamiento de </a:t>
            </a:r>
            <a:r>
              <a:rPr lang="es-ES" i="1" dirty="0"/>
              <a:t>The AI Second Brain</a:t>
            </a:r>
            <a:r>
              <a:rPr lang="es-ES" dirty="0"/>
              <a:t>, un programa diseñado para estimular la creatividad de manera estructurada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0C33A-9D99-1782-D8B1-85C20A01D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4</a:t>
            </a:fld>
            <a:endParaRPr lang="es-E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D7115A-611D-DDFE-0964-76A9EB6D3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928" y="1698389"/>
            <a:ext cx="2773592" cy="411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97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3C7B7-0110-5EF3-969A-910B8313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157C34-88D7-8203-D7AD-46D1DED6D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LLM Wiki </a:t>
            </a:r>
            <a:r>
              <a:rPr lang="es-ES" dirty="0" err="1"/>
              <a:t>Pattern</a:t>
            </a:r>
            <a:r>
              <a:rPr lang="es-ES" dirty="0"/>
              <a:t>: Andrej </a:t>
            </a:r>
            <a:r>
              <a:rPr lang="es-ES" dirty="0" err="1"/>
              <a:t>Karpathy</a:t>
            </a:r>
            <a:endParaRPr lang="es-E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3AC3D-BFDD-75D8-4E84-361B1A7D5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5143" y="4298979"/>
            <a:ext cx="4937760" cy="169164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“Obsidian is the IDE;</a:t>
            </a:r>
          </a:p>
          <a:p>
            <a:pPr marL="0" indent="0">
              <a:buNone/>
            </a:pPr>
            <a:r>
              <a:rPr lang="en-US" b="1" dirty="0"/>
              <a:t>the LLM is the programmer;</a:t>
            </a:r>
          </a:p>
          <a:p>
            <a:pPr marL="0" indent="0">
              <a:buNone/>
            </a:pPr>
            <a:r>
              <a:rPr lang="en-US" b="1" dirty="0"/>
              <a:t>the wiki is the codebase.”</a:t>
            </a:r>
          </a:p>
          <a:p>
            <a:pPr marL="0" indent="0">
              <a:buNone/>
            </a:pPr>
            <a:r>
              <a:rPr lang="en-US" dirty="0"/>
              <a:t>   — Andrej </a:t>
            </a:r>
            <a:r>
              <a:rPr lang="en-US" dirty="0" err="1"/>
              <a:t>Karpathy</a:t>
            </a:r>
            <a:r>
              <a:rPr lang="en-US" dirty="0"/>
              <a:t>, </a:t>
            </a:r>
            <a:r>
              <a:rPr lang="en-US" i="1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LLM Wiki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(2026)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2D1F5-4FFE-A6CB-B95B-3286253B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5</a:t>
            </a:fld>
            <a:endParaRPr lang="es-E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389CFE-7D97-8802-C543-1DF9DF444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96" y="4035729"/>
            <a:ext cx="4436280" cy="22181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9E32FF-621A-F065-9848-262165BAB5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96" y="1221581"/>
            <a:ext cx="4436280" cy="24928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F907FA6-3A9C-1F00-86E4-72B9615C3E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488" y="1206068"/>
            <a:ext cx="4436280" cy="249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07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E69A2-BE26-D140-C27C-D037D926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B61A37-1CD4-E7FE-D19B-047CA3BF1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Proceso de compilación y consulta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2C059-3437-B9E7-3252-6C404D324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831" y="4061839"/>
            <a:ext cx="9396337" cy="193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dirty="0"/>
              <a:t>“</a:t>
            </a:r>
            <a:r>
              <a:rPr lang="es-ES" sz="1800" i="1" dirty="0"/>
              <a:t>Supera</a:t>
            </a:r>
            <a:r>
              <a:rPr lang="es-ES" sz="1800" dirty="0"/>
              <a:t>” al RAG común:</a:t>
            </a:r>
          </a:p>
          <a:p>
            <a:r>
              <a:rPr lang="es-ES" sz="1800" b="1" dirty="0" err="1"/>
              <a:t>Precomputación</a:t>
            </a:r>
            <a:r>
              <a:rPr lang="es-ES" sz="1800" b="1" dirty="0"/>
              <a:t> del conocimiento</a:t>
            </a:r>
            <a:r>
              <a:rPr lang="es-ES" sz="1800" dirty="0"/>
              <a:t>. En lugar de trabajar sobre </a:t>
            </a:r>
            <a:r>
              <a:rPr lang="es-ES" sz="1800" i="1" dirty="0" err="1"/>
              <a:t>chunks</a:t>
            </a:r>
            <a:r>
              <a:rPr lang="es-ES" sz="1800" dirty="0"/>
              <a:t>, las </a:t>
            </a:r>
            <a:r>
              <a:rPr lang="es-ES" sz="1800" dirty="0" err="1"/>
              <a:t>queries</a:t>
            </a:r>
            <a:r>
              <a:rPr lang="es-ES" sz="1800" dirty="0"/>
              <a:t> se hacen a sobre un grafo, nodos conectado por </a:t>
            </a:r>
            <a:r>
              <a:rPr lang="es-ES" sz="1800" i="1" dirty="0"/>
              <a:t>wiki-links</a:t>
            </a:r>
          </a:p>
          <a:p>
            <a:pPr lvl="1"/>
            <a:r>
              <a:rPr lang="es-ES" i="1" dirty="0"/>
              <a:t>La IA mantiene una Wiki ya digerida, sintetizada y cruzada</a:t>
            </a:r>
          </a:p>
          <a:p>
            <a:r>
              <a:rPr lang="en-US" sz="1800" b="1" dirty="0"/>
              <a:t>Legible </a:t>
            </a:r>
            <a:r>
              <a:rPr lang="en-US" sz="1800" b="1" dirty="0" err="1"/>
              <a:t>por</a:t>
            </a:r>
            <a:r>
              <a:rPr lang="en-US" sz="1800" b="1" dirty="0"/>
              <a:t> </a:t>
            </a:r>
            <a:r>
              <a:rPr lang="en-US" sz="1800" b="1" dirty="0" err="1"/>
              <a:t>humanos</a:t>
            </a:r>
            <a:r>
              <a:rPr lang="en-US" sz="1800" b="1" dirty="0"/>
              <a:t>:</a:t>
            </a:r>
            <a:r>
              <a:rPr lang="en-US" sz="1800" dirty="0"/>
              <a:t>. La IA escribe la Wiki </a:t>
            </a:r>
            <a:r>
              <a:rPr lang="en-US" sz="1800" dirty="0" err="1"/>
              <a:t>en</a:t>
            </a:r>
            <a:r>
              <a:rPr lang="en-US" sz="1800" dirty="0"/>
              <a:t> </a:t>
            </a:r>
            <a:r>
              <a:rPr lang="en-US" sz="1800" dirty="0" err="1"/>
              <a:t>archivos</a:t>
            </a:r>
            <a:r>
              <a:rPr lang="en-US" sz="1800" dirty="0"/>
              <a:t> de </a:t>
            </a:r>
            <a:r>
              <a:rPr lang="en-US" sz="1800" dirty="0" err="1"/>
              <a:t>texto</a:t>
            </a:r>
            <a:r>
              <a:rPr lang="en-US" sz="1800" dirty="0"/>
              <a:t> plano </a:t>
            </a:r>
            <a:r>
              <a:rPr lang="en-US" sz="1800" b="1" dirty="0"/>
              <a:t>Markdown</a:t>
            </a:r>
            <a:r>
              <a:rPr lang="en-US" sz="1800" dirty="0"/>
              <a:t> (.md)</a:t>
            </a:r>
            <a:endParaRPr lang="es-ES" sz="18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BEC79-1C98-B91A-7E9B-5DB129EDB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6</a:t>
            </a:fld>
            <a:endParaRPr lang="es-E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626DE3-4DE8-E6C0-DA43-B7DDF176E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5184"/>
            <a:ext cx="9708682" cy="200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98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AC76121A-91C1-5913-D9B5-3775378F9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210c7d41cc4_0_18">
            <a:extLst>
              <a:ext uri="{FF2B5EF4-FFF2-40B4-BE49-F238E27FC236}">
                <a16:creationId xmlns:a16="http://schemas.microsoft.com/office/drawing/2014/main" id="{D2E4161E-B9D0-73D8-F945-9D81244B3A5C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l="12113" t="39818" r="70109" b="23934"/>
          <a:stretch/>
        </p:blipFill>
        <p:spPr>
          <a:xfrm>
            <a:off x="7737747" y="0"/>
            <a:ext cx="4454253" cy="444382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DB1A2B5-C3E8-CEE0-CFA8-9968A239E958}"/>
              </a:ext>
            </a:extLst>
          </p:cNvPr>
          <p:cNvSpPr txBox="1">
            <a:spLocks/>
          </p:cNvSpPr>
          <p:nvPr/>
        </p:nvSpPr>
        <p:spPr>
          <a:xfrm>
            <a:off x="1522170" y="3256283"/>
            <a:ext cx="5950935" cy="2161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91" tIns="41084" rIns="82191" bIns="4108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spcBef>
                <a:spcPts val="750"/>
              </a:spcBef>
              <a:buClr>
                <a:srgbClr val="6AD1E3"/>
              </a:buClr>
              <a:buSzPts val="4800"/>
              <a:buNone/>
              <a:defRPr sz="3600">
                <a:solidFill>
                  <a:schemeClr val="lt1"/>
                </a:solidFill>
              </a:defRPr>
            </a:lvl1pPr>
            <a:lvl2pPr marL="685800" indent="-25717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800"/>
              <a:buFont typeface="Courier New"/>
              <a:buChar char="o"/>
              <a:defRPr sz="1350">
                <a:solidFill>
                  <a:schemeClr val="lt1"/>
                </a:solidFill>
              </a:defRPr>
            </a:lvl2pPr>
            <a:lvl3pPr marL="1028700" indent="-247650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600"/>
              <a:buChar char="•"/>
              <a:defRPr sz="1200">
                <a:solidFill>
                  <a:schemeClr val="lt1"/>
                </a:solidFill>
              </a:defRPr>
            </a:lvl3pPr>
            <a:lvl4pPr marL="1371600" indent="-23812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400"/>
              <a:buChar char="•"/>
              <a:defRPr sz="1050">
                <a:solidFill>
                  <a:schemeClr val="lt1"/>
                </a:solidFill>
              </a:defRPr>
            </a:lvl4pPr>
            <a:lvl5pPr marL="1714500" indent="-23812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400"/>
              <a:buChar char="•"/>
              <a:defRPr sz="1050">
                <a:solidFill>
                  <a:schemeClr val="lt1"/>
                </a:solidFill>
              </a:defRPr>
            </a:lvl5pPr>
            <a:lvl6pPr marL="20574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marL="24003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marL="27432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marL="30861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s-ES" sz="4315" b="1" dirty="0"/>
              <a:t>Recursos Prácticos</a:t>
            </a:r>
            <a:endParaRPr lang="es-ES" sz="4315" dirty="0"/>
          </a:p>
          <a:p>
            <a:pPr algn="l"/>
            <a:endParaRPr lang="es-ES" sz="4315" dirty="0"/>
          </a:p>
        </p:txBody>
      </p:sp>
    </p:spTree>
    <p:extLst>
      <p:ext uri="{BB962C8B-B14F-4D97-AF65-F5344CB8AC3E}">
        <p14:creationId xmlns:p14="http://schemas.microsoft.com/office/powerpoint/2010/main" val="3597667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9D1A3-F519-60C9-2AC3-5653A1A2A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1F2EFD-79C1-B40A-9A3E-39F7C069F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730765" cy="681477"/>
          </a:xfrm>
        </p:spPr>
        <p:txBody>
          <a:bodyPr/>
          <a:lstStyle/>
          <a:p>
            <a:r>
              <a:rPr lang="es-ES" dirty="0" err="1"/>
              <a:t>Autogenerable</a:t>
            </a:r>
            <a:r>
              <a:rPr lang="es-ES" dirty="0"/>
              <a:t> como Agente Claude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6BA44-4519-D9F0-B5DC-162726FD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8</a:t>
            </a:fld>
            <a:endParaRPr lang="es-E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7F5C366-FC54-E7E9-F2D6-93289C070A67}"/>
              </a:ext>
            </a:extLst>
          </p:cNvPr>
          <p:cNvGrpSpPr/>
          <p:nvPr/>
        </p:nvGrpSpPr>
        <p:grpSpPr>
          <a:xfrm>
            <a:off x="7725136" y="1209664"/>
            <a:ext cx="3879259" cy="1213137"/>
            <a:chOff x="5771598" y="4963827"/>
            <a:chExt cx="3879259" cy="121313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6F82B9A-F28F-4C03-3882-044B3F6423EF}"/>
                </a:ext>
              </a:extLst>
            </p:cNvPr>
            <p:cNvSpPr txBox="1">
              <a:spLocks/>
            </p:cNvSpPr>
            <p:nvPr/>
          </p:nvSpPr>
          <p:spPr>
            <a:xfrm>
              <a:off x="5771598" y="5807632"/>
              <a:ext cx="38792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dirty="0">
                  <a:solidFill>
                    <a:srgbClr val="0070C0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@therobotacademy/obsidian-llm-wiki</a:t>
              </a:r>
              <a:endParaRPr lang="es-ES" dirty="0">
                <a:solidFill>
                  <a:srgbClr val="0070C0"/>
                </a:solidFill>
              </a:endParaRPr>
            </a:p>
          </p:txBody>
        </p:sp>
        <p:pic>
          <p:nvPicPr>
            <p:cNvPr id="17" name="Picture 16" descr="Github Logo - Free social media icons">
              <a:extLst>
                <a:ext uri="{FF2B5EF4-FFF2-40B4-BE49-F238E27FC236}">
                  <a16:creationId xmlns:a16="http://schemas.microsoft.com/office/drawing/2014/main" id="{D7D5515A-283B-ED06-5E2F-070CB55C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4326" y="4963827"/>
              <a:ext cx="705764" cy="705764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150D10E-F14E-F45B-7A43-2C7C778C2D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847" b="-1"/>
          <a:stretch>
            <a:fillRect/>
          </a:stretch>
        </p:blipFill>
        <p:spPr>
          <a:xfrm>
            <a:off x="838200" y="1046602"/>
            <a:ext cx="6287134" cy="2752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F6CBC1-C49E-82D9-DB9F-7BBF56092C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051" y="3974512"/>
            <a:ext cx="5843577" cy="238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09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E7AAC-60AE-D610-B887-67ED68B6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CD589C-EF80-2F3A-1FA6-83431F67F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Aplicación a Bases de Código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F1AE1-5E82-3A67-5B51-145E65977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3096" y="1233890"/>
            <a:ext cx="4870704" cy="1813406"/>
          </a:xfrm>
        </p:spPr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Un pasito más:</a:t>
            </a:r>
          </a:p>
          <a:p>
            <a:pPr marL="0" indent="0" algn="ctr">
              <a:buNone/>
            </a:pPr>
            <a:r>
              <a:rPr lang="es-ES" dirty="0"/>
              <a:t>“¿Y si lo extendemos al problema de la documentación de código?”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DDF85-D89C-1788-9D18-12A2CF3A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9</a:t>
            </a:fld>
            <a:endParaRPr lang="es-E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C859FF-3F05-FA6A-253B-04F29670E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1" y="1396435"/>
            <a:ext cx="4109719" cy="43547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C85ADE-47AA-2D13-3D77-65137DB9CF2D}"/>
              </a:ext>
            </a:extLst>
          </p:cNvPr>
          <p:cNvSpPr txBox="1"/>
          <p:nvPr/>
        </p:nvSpPr>
        <p:spPr>
          <a:xfrm>
            <a:off x="6768294" y="4205827"/>
            <a:ext cx="451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@therobotacademy/Codegraph-to-Obsidian</a:t>
            </a:r>
            <a:endParaRPr lang="es-ES" dirty="0">
              <a:solidFill>
                <a:srgbClr val="0070C0"/>
              </a:solidFill>
            </a:endParaRPr>
          </a:p>
        </p:txBody>
      </p:sp>
      <p:pic>
        <p:nvPicPr>
          <p:cNvPr id="17" name="Picture 16" descr="Github Logo - Free social media icons">
            <a:extLst>
              <a:ext uri="{FF2B5EF4-FFF2-40B4-BE49-F238E27FC236}">
                <a16:creationId xmlns:a16="http://schemas.microsoft.com/office/drawing/2014/main" id="{A60BA15F-9CAE-B0DE-EE57-2B8D30146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008" y="3996059"/>
            <a:ext cx="705764" cy="7057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BAA8FF-A4A3-BD55-9E3D-047EFDEC2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962" y="1396435"/>
            <a:ext cx="1299038" cy="165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84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462415A3-5C38-3C36-7E07-1129721F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210c7d41cc4_0_18">
            <a:extLst>
              <a:ext uri="{FF2B5EF4-FFF2-40B4-BE49-F238E27FC236}">
                <a16:creationId xmlns:a16="http://schemas.microsoft.com/office/drawing/2014/main" id="{3454DB11-D54F-ED03-3ADA-3908EEF07012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l="12113" t="39818" r="70109" b="23934"/>
          <a:stretch/>
        </p:blipFill>
        <p:spPr>
          <a:xfrm>
            <a:off x="7737747" y="0"/>
            <a:ext cx="4454253" cy="444382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7F47487-2521-B0DE-36B3-980EB7040BA2}"/>
              </a:ext>
            </a:extLst>
          </p:cNvPr>
          <p:cNvSpPr txBox="1">
            <a:spLocks/>
          </p:cNvSpPr>
          <p:nvPr/>
        </p:nvSpPr>
        <p:spPr>
          <a:xfrm>
            <a:off x="1522170" y="3256283"/>
            <a:ext cx="5950935" cy="2161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91" tIns="41084" rIns="82191" bIns="4108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spcBef>
                <a:spcPts val="750"/>
              </a:spcBef>
              <a:buClr>
                <a:srgbClr val="6AD1E3"/>
              </a:buClr>
              <a:buSzPts val="4800"/>
              <a:buNone/>
              <a:defRPr sz="3600">
                <a:solidFill>
                  <a:schemeClr val="lt1"/>
                </a:solidFill>
              </a:defRPr>
            </a:lvl1pPr>
            <a:lvl2pPr marL="685800" indent="-25717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800"/>
              <a:buFont typeface="Courier New"/>
              <a:buChar char="o"/>
              <a:defRPr sz="1350">
                <a:solidFill>
                  <a:schemeClr val="lt1"/>
                </a:solidFill>
              </a:defRPr>
            </a:lvl2pPr>
            <a:lvl3pPr marL="1028700" indent="-247650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600"/>
              <a:buChar char="•"/>
              <a:defRPr sz="1200">
                <a:solidFill>
                  <a:schemeClr val="lt1"/>
                </a:solidFill>
              </a:defRPr>
            </a:lvl3pPr>
            <a:lvl4pPr marL="1371600" indent="-23812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400"/>
              <a:buChar char="•"/>
              <a:defRPr sz="1050">
                <a:solidFill>
                  <a:schemeClr val="lt1"/>
                </a:solidFill>
              </a:defRPr>
            </a:lvl4pPr>
            <a:lvl5pPr marL="1714500" indent="-23812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400"/>
              <a:buChar char="•"/>
              <a:defRPr sz="1050">
                <a:solidFill>
                  <a:schemeClr val="lt1"/>
                </a:solidFill>
              </a:defRPr>
            </a:lvl5pPr>
            <a:lvl6pPr marL="20574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marL="24003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marL="27432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marL="30861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s-ES" sz="4315" b="1" dirty="0"/>
              <a:t>Aplicación a Investigación Doctoral</a:t>
            </a:r>
            <a:endParaRPr lang="es-ES" sz="4315" dirty="0"/>
          </a:p>
          <a:p>
            <a:pPr algn="l"/>
            <a:endParaRPr lang="es-ES" sz="4315" dirty="0"/>
          </a:p>
        </p:txBody>
      </p:sp>
    </p:spTree>
    <p:extLst>
      <p:ext uri="{BB962C8B-B14F-4D97-AF65-F5344CB8AC3E}">
        <p14:creationId xmlns:p14="http://schemas.microsoft.com/office/powerpoint/2010/main" val="2930825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BCE9-EA65-08D3-E8BC-17DC8442C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3669-2EB6-0832-1099-A9A43BFA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Grafo de Conocimiento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85F8C-E168-CD42-E1F6-F87F9A27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10CAA-3450-AF08-8F60-74DAFFCB1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100" y="1276161"/>
            <a:ext cx="8841692" cy="536365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237D3B3-E4F4-0A5F-90C4-791385A4FD00}"/>
              </a:ext>
            </a:extLst>
          </p:cNvPr>
          <p:cNvSpPr/>
          <p:nvPr/>
        </p:nvSpPr>
        <p:spPr>
          <a:xfrm>
            <a:off x="3538728" y="6411214"/>
            <a:ext cx="1207008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1559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52C2A-2861-7D57-29A9-41F8363EF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Conocimiento Compilado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3890D-AA30-0F05-DD24-10AF882C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3E7F9C-A382-D035-9B49-E6D7F0796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588" y="978531"/>
            <a:ext cx="9410596" cy="57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55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DD19-B4F7-D98A-AF20-BD4B3467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Producción del </a:t>
            </a:r>
            <a:r>
              <a:rPr lang="es-ES" dirty="0" err="1"/>
              <a:t>paper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15A70-5080-8E26-B011-F97198A6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103E8E-BBB7-03EC-6E0B-F88902D1E7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61"/>
          <a:stretch>
            <a:fillRect/>
          </a:stretch>
        </p:blipFill>
        <p:spPr>
          <a:xfrm>
            <a:off x="1822821" y="1355391"/>
            <a:ext cx="8270144" cy="536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31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897BD-C893-EA9F-0B4B-B20F8A3CB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316E8-DDCB-9DFF-1346-71AAD794D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Generación de Antecesores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215AF-A3DA-B38C-313B-21394FCA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D6503-83B7-E84A-19D8-DA4FDAB7B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137819"/>
            <a:ext cx="7930358" cy="540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76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81D16-3E25-3EE3-90DC-CFC93A962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56AD-8F13-579A-4714-926890093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Trazabilidad del </a:t>
            </a:r>
            <a:r>
              <a:rPr lang="es-ES" dirty="0" err="1"/>
              <a:t>paper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ABBB-8D59-A838-DCEF-634C5808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A5AA59-8B9D-DF7F-0B5A-543A5E656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809" y="1482923"/>
            <a:ext cx="8744045" cy="505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7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B22F4-78C1-1F6D-4340-C6015BFE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0AA6B-73EE-6ACB-8B69-4C39D85F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Wiki: </a:t>
            </a:r>
            <a:r>
              <a:rPr lang="es-ES" dirty="0" err="1"/>
              <a:t>Thesis</a:t>
            </a:r>
            <a:r>
              <a:rPr lang="es-ES" dirty="0"/>
              <a:t>-Meta / Theory </a:t>
            </a:r>
            <a:r>
              <a:rPr lang="es-ES" dirty="0" err="1"/>
              <a:t>Psichology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2EDC2-1CDE-855C-DEE3-24B2CAA4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46384-58B9-516E-9717-BFD698693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75" y="1423246"/>
            <a:ext cx="1819529" cy="24387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F1FF61-906B-08BC-99D9-3B7CA7414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773" y="2299668"/>
            <a:ext cx="2457793" cy="8764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074389-2D91-E32A-BDF9-069AC18B6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146" y="2299668"/>
            <a:ext cx="2467319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27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76792-7316-704D-5646-36F95C94E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6006-EDBA-56A8-8424-B68C83B4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Wiki: Teoría GNN / Metodología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B4B54-F395-5AFD-71B7-33C8AE73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E64B73-D5F6-3D85-1982-42B90C5B2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25" y="2076076"/>
            <a:ext cx="2657846" cy="18481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A135B9-B00F-A446-EC8C-B629267CE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214" y="2076076"/>
            <a:ext cx="2657846" cy="17581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2FFA4-B164-3E52-43F4-AC9414AE7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75" y="1423246"/>
            <a:ext cx="1819529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153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8736-8B8D-B738-A7AE-9A411053B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EFC0-F276-1646-C59E-D600DCBF3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432"/>
            <a:ext cx="10515600" cy="681477"/>
          </a:xfrm>
        </p:spPr>
        <p:txBody>
          <a:bodyPr/>
          <a:lstStyle/>
          <a:p>
            <a:r>
              <a:rPr lang="es-ES" sz="3000" dirty="0"/>
              <a:t>PAL </a:t>
            </a:r>
            <a:r>
              <a:rPr lang="es-ES" sz="3000" i="1" dirty="0" err="1"/>
              <a:t>Programing</a:t>
            </a:r>
            <a:r>
              <a:rPr lang="es-ES" sz="3000" i="1" dirty="0"/>
              <a:t> Aided </a:t>
            </a:r>
            <a:r>
              <a:rPr lang="es-ES" sz="3000" i="1" dirty="0" err="1"/>
              <a:t>Language</a:t>
            </a:r>
            <a:endParaRPr lang="es-ES" sz="30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02BEB-A55F-91AA-02C9-7C10E2F8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269984-2D37-8CAD-02E0-7A95ACF2E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75" y="4407323"/>
            <a:ext cx="2255020" cy="16715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EDAB96-E56F-55E4-97E8-674171166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829" y="1046602"/>
            <a:ext cx="4960486" cy="4385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77E1C8-96AF-F427-A98A-815F6486D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398" y="1046602"/>
            <a:ext cx="4325604" cy="56149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3E70FA6-7F53-8A53-FB2D-0142209D2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675" y="1423246"/>
            <a:ext cx="1819529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51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F9B80-1A89-51A9-34F4-84426AFB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BD2B4C-3206-C5E1-1ED3-7C269E65F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46" y="1046602"/>
            <a:ext cx="6188244" cy="55869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45B550-0EA3-A267-136F-A6615809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Nodos atractores: </a:t>
            </a:r>
            <a:r>
              <a:rPr lang="es-ES" b="1" dirty="0"/>
              <a:t>index.md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17C18-AF8D-FA83-0A35-9CE996EB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9C1727-E126-9DA8-6678-A6231C6B8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336" y="201168"/>
            <a:ext cx="4572098" cy="643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170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03A8D-EAA5-F70B-A506-1ED179E5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8AD6C-1211-B6BC-E25B-0B1E64F8D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Nodos atractores: </a:t>
            </a:r>
            <a:r>
              <a:rPr lang="es-ES" b="1" dirty="0"/>
              <a:t>log.md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BA1AC-EFB6-42C8-9D4B-D1CE5D38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84460-8E5F-56BA-245B-E6E5154F9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380" y="1256146"/>
            <a:ext cx="5537239" cy="534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86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82B65103-3120-6C44-16C4-65E84A8C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210c7d41cc4_0_18">
            <a:extLst>
              <a:ext uri="{FF2B5EF4-FFF2-40B4-BE49-F238E27FC236}">
                <a16:creationId xmlns:a16="http://schemas.microsoft.com/office/drawing/2014/main" id="{C599D846-A874-C723-ADE2-0C1A4E85540A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l="12113" t="39818" r="70109" b="23934"/>
          <a:stretch/>
        </p:blipFill>
        <p:spPr>
          <a:xfrm>
            <a:off x="7737747" y="0"/>
            <a:ext cx="4454253" cy="444382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B0A7FE8-E188-0254-6FBC-89A2C4FB9963}"/>
              </a:ext>
            </a:extLst>
          </p:cNvPr>
          <p:cNvSpPr txBox="1">
            <a:spLocks/>
          </p:cNvSpPr>
          <p:nvPr/>
        </p:nvSpPr>
        <p:spPr>
          <a:xfrm>
            <a:off x="1522170" y="3256283"/>
            <a:ext cx="5950935" cy="2161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91" tIns="41084" rIns="82191" bIns="4108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spcBef>
                <a:spcPts val="750"/>
              </a:spcBef>
              <a:buClr>
                <a:srgbClr val="6AD1E3"/>
              </a:buClr>
              <a:buSzPts val="4800"/>
              <a:buNone/>
              <a:defRPr sz="3600">
                <a:solidFill>
                  <a:schemeClr val="lt1"/>
                </a:solidFill>
              </a:defRPr>
            </a:lvl1pPr>
            <a:lvl2pPr marL="685800" indent="-25717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800"/>
              <a:buFont typeface="Courier New"/>
              <a:buChar char="o"/>
              <a:defRPr sz="1350">
                <a:solidFill>
                  <a:schemeClr val="lt1"/>
                </a:solidFill>
              </a:defRPr>
            </a:lvl2pPr>
            <a:lvl3pPr marL="1028700" indent="-247650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600"/>
              <a:buChar char="•"/>
              <a:defRPr sz="1200">
                <a:solidFill>
                  <a:schemeClr val="lt1"/>
                </a:solidFill>
              </a:defRPr>
            </a:lvl3pPr>
            <a:lvl4pPr marL="1371600" indent="-23812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400"/>
              <a:buChar char="•"/>
              <a:defRPr sz="1050">
                <a:solidFill>
                  <a:schemeClr val="lt1"/>
                </a:solidFill>
              </a:defRPr>
            </a:lvl4pPr>
            <a:lvl5pPr marL="1714500" indent="-23812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400"/>
              <a:buChar char="•"/>
              <a:defRPr sz="1050">
                <a:solidFill>
                  <a:schemeClr val="lt1"/>
                </a:solidFill>
              </a:defRPr>
            </a:lvl5pPr>
            <a:lvl6pPr marL="20574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marL="24003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marL="27432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marL="30861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s-ES" sz="4315" b="1" dirty="0"/>
              <a:t>Auditoría de Investigación Asistida por IA </a:t>
            </a:r>
            <a:endParaRPr lang="es-ES" sz="4315" dirty="0"/>
          </a:p>
          <a:p>
            <a:pPr algn="l"/>
            <a:endParaRPr lang="es-ES" sz="4315" dirty="0"/>
          </a:p>
        </p:txBody>
      </p:sp>
    </p:spTree>
    <p:extLst>
      <p:ext uri="{BB962C8B-B14F-4D97-AF65-F5344CB8AC3E}">
        <p14:creationId xmlns:p14="http://schemas.microsoft.com/office/powerpoint/2010/main" val="453225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FEED-8520-D36B-A774-9D51E7B2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4C1E74-9B6F-2637-C2A9-F4DC3F305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674" y="769979"/>
            <a:ext cx="9018871" cy="60281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0CA18F-0FF0-F98B-68AD-9F1AFAAAA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Paper1 v2.5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DBA9D-9CBC-2258-E87E-343B7193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2204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C4CD-4275-31CA-BF3B-7899DC2B1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i="1" dirty="0"/>
              <a:t>paper1-forensic-audit-and-methodological-remediation.md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FEC4F-F3F8-E33B-4023-CB2BE8BFC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FA47FE-AAF5-13C3-BCD8-C82FA68D4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229" y="1304050"/>
            <a:ext cx="5945533" cy="555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23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F99A-E62E-144C-7FAA-B6A7B0E3E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CB28-EDE2-B1C6-151B-90699E0D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i="1" dirty="0"/>
              <a:t>paper1-socioemotional-rgcn-draft.md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85294-1364-3B3E-019A-8AC7D704E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242226-8110-57D9-476D-14298D11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735" y="1144270"/>
            <a:ext cx="4217409" cy="5212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7E539C-6646-B517-43F7-E39EF5539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935" y="2170616"/>
            <a:ext cx="2772162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99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06E12A-819F-DE5A-6363-B171E7D0B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182" y="684346"/>
            <a:ext cx="8743128" cy="5854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372C04-3B96-1035-B671-9EF6CD13D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Paper1 v2.6 - </a:t>
            </a:r>
            <a:r>
              <a:rPr lang="es-ES" dirty="0" err="1"/>
              <a:t>internal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D9960-EA65-4D5F-93E8-C38064F2B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81034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210c7d41cc4_0_18"/>
          <p:cNvPicPr preferRelativeResize="0"/>
          <p:nvPr/>
        </p:nvPicPr>
        <p:blipFill rotWithShape="1">
          <a:blip r:embed="rId3">
            <a:alphaModFix amt="35000"/>
          </a:blip>
          <a:srcRect l="12113" t="39818" r="70109" b="23934"/>
          <a:stretch/>
        </p:blipFill>
        <p:spPr>
          <a:xfrm>
            <a:off x="7737747" y="0"/>
            <a:ext cx="4454253" cy="44438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5564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D7630A9E-4B20-90F7-E85D-E357886F1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210c7d41cc4_0_18">
            <a:extLst>
              <a:ext uri="{FF2B5EF4-FFF2-40B4-BE49-F238E27FC236}">
                <a16:creationId xmlns:a16="http://schemas.microsoft.com/office/drawing/2014/main" id="{240BCDAB-DCCA-B512-526A-D28A5B1C0B07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l="12113" t="39818" r="70109" b="23934"/>
          <a:stretch/>
        </p:blipFill>
        <p:spPr>
          <a:xfrm>
            <a:off x="7737747" y="0"/>
            <a:ext cx="4454253" cy="444382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11CEE7B-882A-5FAE-22D0-631AFF762F1A}"/>
              </a:ext>
            </a:extLst>
          </p:cNvPr>
          <p:cNvSpPr txBox="1">
            <a:spLocks/>
          </p:cNvSpPr>
          <p:nvPr/>
        </p:nvSpPr>
        <p:spPr>
          <a:xfrm>
            <a:off x="1522170" y="3256283"/>
            <a:ext cx="5950935" cy="2161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91" tIns="41084" rIns="82191" bIns="4108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spcBef>
                <a:spcPts val="750"/>
              </a:spcBef>
              <a:buClr>
                <a:srgbClr val="6AD1E3"/>
              </a:buClr>
              <a:buSzPts val="4800"/>
              <a:buNone/>
              <a:defRPr sz="3600">
                <a:solidFill>
                  <a:schemeClr val="lt1"/>
                </a:solidFill>
              </a:defRPr>
            </a:lvl1pPr>
            <a:lvl2pPr marL="685800" indent="-25717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800"/>
              <a:buFont typeface="Courier New"/>
              <a:buChar char="o"/>
              <a:defRPr sz="1350">
                <a:solidFill>
                  <a:schemeClr val="lt1"/>
                </a:solidFill>
              </a:defRPr>
            </a:lvl2pPr>
            <a:lvl3pPr marL="1028700" indent="-247650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600"/>
              <a:buChar char="•"/>
              <a:defRPr sz="1200">
                <a:solidFill>
                  <a:schemeClr val="lt1"/>
                </a:solidFill>
              </a:defRPr>
            </a:lvl3pPr>
            <a:lvl4pPr marL="1371600" indent="-23812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400"/>
              <a:buChar char="•"/>
              <a:defRPr sz="1050">
                <a:solidFill>
                  <a:schemeClr val="lt1"/>
                </a:solidFill>
              </a:defRPr>
            </a:lvl4pPr>
            <a:lvl5pPr marL="1714500" indent="-238125">
              <a:lnSpc>
                <a:spcPct val="90000"/>
              </a:lnSpc>
              <a:spcBef>
                <a:spcPts val="375"/>
              </a:spcBef>
              <a:buClr>
                <a:schemeClr val="lt1"/>
              </a:buClr>
              <a:buSzPts val="1400"/>
              <a:buChar char="•"/>
              <a:defRPr sz="1050">
                <a:solidFill>
                  <a:schemeClr val="lt1"/>
                </a:solidFill>
              </a:defRPr>
            </a:lvl5pPr>
            <a:lvl6pPr marL="20574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marL="24003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marL="27432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marL="3086100" indent="-257175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s-ES" sz="4315" b="1" dirty="0"/>
              <a:t>El Generador de Hipótesis</a:t>
            </a:r>
            <a:endParaRPr lang="es-ES" sz="4315" dirty="0"/>
          </a:p>
          <a:p>
            <a:pPr algn="l"/>
            <a:endParaRPr lang="es-ES" sz="4315" dirty="0"/>
          </a:p>
        </p:txBody>
      </p:sp>
    </p:spTree>
    <p:extLst>
      <p:ext uri="{BB962C8B-B14F-4D97-AF65-F5344CB8AC3E}">
        <p14:creationId xmlns:p14="http://schemas.microsoft.com/office/powerpoint/2010/main" val="914180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05727-6169-EA48-A732-8B5090FF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FB16-38C1-6498-7E80-D7687AE1C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Generador de Hipótesis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DE390-9FD0-0B15-A023-B7FE6BA13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488" y="1233890"/>
            <a:ext cx="5163312" cy="4943074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0382B-50E6-F18A-467E-0BFBA0DC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2D14D7-8D81-82F1-B05E-CDDF0529E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7721"/>
            <a:ext cx="7426102" cy="560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284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C4F85-7C96-8C84-2187-6AE122447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520D-5CE7-4B46-FB5F-B5BA64A74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696DB-1B1E-C079-45D6-D949E9E4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01844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64A0-A617-49D1-09BF-E3BCAC98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79757-31CB-E1F4-5EE5-D775A8A92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488" y="1233890"/>
            <a:ext cx="5163312" cy="4943074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E197F-1AD5-50CE-53FD-9EBB0EE9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662093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23E82-1564-38DB-9760-0ED6F80A0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54EAF-AB3C-9734-C862-312DA43E9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46A11-969A-9665-CD1F-D36A6594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F2240-B004-4AEF-A032-54247FB451F3}" type="slidenum">
              <a:rPr kumimoji="0" lang="es-ES" sz="1400" b="0" i="0" u="none" strike="noStrike" kern="1200" cap="none" spc="0" normalizeH="0" baseline="0" noProof="0" smtClean="0">
                <a:ln>
                  <a:noFill/>
                </a:ln>
                <a:solidFill>
                  <a:srgbClr val="6AD1E3"/>
                </a:solidFill>
                <a:effectLst/>
                <a:uLnTx/>
                <a:uFillTx/>
                <a:latin typeface="TT Norms Bold" panose="02000803040000020004" pitchFamily="50" charset="0"/>
                <a:ea typeface="+mn-ea"/>
                <a:cs typeface="Leelawadee UI" panose="020B0502040204020203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srgbClr val="6AD1E3"/>
              </a:solidFill>
              <a:effectLst/>
              <a:uLnTx/>
              <a:uFillTx/>
              <a:latin typeface="TT Norms Bold" panose="02000803040000020004" pitchFamily="50" charset="0"/>
              <a:ea typeface="+mn-ea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0861065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Personalizado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CE6CEA6A35CD044A6D31E2E5F8D07AB" ma:contentTypeVersion="5" ma:contentTypeDescription="Crear nuevo documento." ma:contentTypeScope="" ma:versionID="e5e276e5374890bcaf85e742313f806b">
  <xsd:schema xmlns:xsd="http://www.w3.org/2001/XMLSchema" xmlns:xs="http://www.w3.org/2001/XMLSchema" xmlns:p="http://schemas.microsoft.com/office/2006/metadata/properties" xmlns:ns2="f1aedce3-5fe0-444d-a858-d69ada4c76c3" targetNamespace="http://schemas.microsoft.com/office/2006/metadata/properties" ma:root="true" ma:fieldsID="dac1185bc09430719d1e7d3ea30a9c91" ns2:_="">
    <xsd:import namespace="f1aedce3-5fe0-444d-a858-d69ada4c76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aedce3-5fe0-444d-a858-d69ada4c76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911ADB9-C5EA-413D-8593-04EBA23733FC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f1aedce3-5fe0-444d-a858-d69ada4c76c3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91AC792-E512-4C66-859C-4E5E5C3753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705C91-C1CF-4904-A32A-8C0FBAE305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aedce3-5fe0-444d-a858-d69ada4c76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318</Words>
  <Application>Microsoft Office PowerPoint</Application>
  <PresentationFormat>Widescreen</PresentationFormat>
  <Paragraphs>79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Leelawadee UI</vt:lpstr>
      <vt:lpstr>TT Norms Bold</vt:lpstr>
      <vt:lpstr>TT Norms Medium</vt:lpstr>
      <vt:lpstr>TT Norms Regular</vt:lpstr>
      <vt:lpstr>1_Tema de Office</vt:lpstr>
      <vt:lpstr>3_Tema de Office</vt:lpstr>
      <vt:lpstr>Gestión del Conocimiento con Agentes IA Aplicación en Investigación</vt:lpstr>
      <vt:lpstr>PowerPoint Presentation</vt:lpstr>
      <vt:lpstr>PowerPoint Presentation</vt:lpstr>
      <vt:lpstr>Second Brain: Tiago Forte</vt:lpstr>
      <vt:lpstr>LLM Wiki Pattern: Andrej Karpathy</vt:lpstr>
      <vt:lpstr>Proceso de compilación y consulta</vt:lpstr>
      <vt:lpstr>PowerPoint Presentation</vt:lpstr>
      <vt:lpstr>Autogenerable como Agente Claude</vt:lpstr>
      <vt:lpstr>Aplicación a Bases de Código</vt:lpstr>
      <vt:lpstr>PowerPoint Presentation</vt:lpstr>
      <vt:lpstr>El Grafo de Conocimiento</vt:lpstr>
      <vt:lpstr>Conocimiento Compilado</vt:lpstr>
      <vt:lpstr>Producción del paper</vt:lpstr>
      <vt:lpstr>Generación de Antecesores</vt:lpstr>
      <vt:lpstr>Trazabilidad del paper</vt:lpstr>
      <vt:lpstr>Wiki: Thesis-Meta / Theory Psichology</vt:lpstr>
      <vt:lpstr>Wiki: Teoría GNN / Metodología</vt:lpstr>
      <vt:lpstr>PAL Programing Aided Language</vt:lpstr>
      <vt:lpstr>Nodos atractores: index.md</vt:lpstr>
      <vt:lpstr>Nodos atractores: log.md</vt:lpstr>
      <vt:lpstr>PowerPoint Presentation</vt:lpstr>
      <vt:lpstr>Paper1 v2.5</vt:lpstr>
      <vt:lpstr>paper1-forensic-audit-and-methodological-remediation.md</vt:lpstr>
      <vt:lpstr>paper1-socioemotional-rgcn-draft.md</vt:lpstr>
      <vt:lpstr>Paper1 v2.6 - internal</vt:lpstr>
      <vt:lpstr>PowerPoint Presentation</vt:lpstr>
      <vt:lpstr>PowerPoint Presentation</vt:lpstr>
      <vt:lpstr>El Generador de Hipótesis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Javier López de Pablo López</dc:creator>
  <cp:lastModifiedBy>Bernardo Ronquillo Japón</cp:lastModifiedBy>
  <cp:revision>36</cp:revision>
  <dcterms:created xsi:type="dcterms:W3CDTF">2019-07-10T08:57:40Z</dcterms:created>
  <dcterms:modified xsi:type="dcterms:W3CDTF">2026-09-23T11:57:38Z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0x0101006CE6CEA6A35CD044A6D31E2E5F8D07AB</vt:lpwstr>
  </property>
</Properties>
</file>